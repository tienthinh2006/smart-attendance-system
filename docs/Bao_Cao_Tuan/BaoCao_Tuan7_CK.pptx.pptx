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2" r:id="rId4"/>
  </p:sldIdLst>
  <p:sldSz cx="18288000" cy="10287000"/>
  <p:notesSz cx="6858000" cy="9144000"/>
  <p:embeddedFontLst>
    <p:embeddedFont>
      <p:font typeface="Arial Bold" panose="020B0704020202020204" pitchFamily="34" charset="0"/>
      <p:regular r:id="rId6"/>
      <p:bold r:id="rId7"/>
    </p:embeddedFont>
    <p:embeddedFont>
      <p:font typeface="Calibri (MS)" panose="020B0604020202020204" charset="0"/>
      <p:regular r:id="rId8"/>
    </p:embeddedFont>
    <p:embeddedFont>
      <p:font typeface="Calibri (MS) Bold" panose="020B0604020202020204" charset="0"/>
      <p:regular r:id="rId9"/>
    </p:embeddedFont>
    <p:embeddedFont>
      <p:font typeface="Tahoma Bold" panose="020B0804030504040204" pitchFamily="34" charset="0"/>
      <p:regular r:id="rId10"/>
      <p:bold r:id="rId11"/>
    </p:embeddedFont>
    <p:embeddedFont>
      <p:font typeface="Verdana Bold" panose="020B0804030504040204" pitchFamily="3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00600" y="3214668"/>
            <a:ext cx="12915900" cy="2628899"/>
            <a:chOff x="0" y="0"/>
            <a:chExt cx="17221200" cy="35051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21200" cy="3505196"/>
            </a:xfrm>
            <a:custGeom>
              <a:avLst/>
              <a:gdLst/>
              <a:ahLst/>
              <a:cxnLst/>
              <a:rect l="l" t="t" r="r" b="b"/>
              <a:pathLst>
                <a:path w="17221200" h="3505196">
                  <a:moveTo>
                    <a:pt x="0" y="0"/>
                  </a:moveTo>
                  <a:lnTo>
                    <a:pt x="17221200" y="0"/>
                  </a:lnTo>
                  <a:lnTo>
                    <a:pt x="17221200" y="3505196"/>
                  </a:lnTo>
                  <a:lnTo>
                    <a:pt x="0" y="35051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730" b="-4573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221200" cy="3533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Môn: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Phát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triển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ứng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dụng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di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động</a:t>
              </a:r>
              <a:endParaRPr lang="en-US" sz="60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Tuần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7-Project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nâng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cao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70906" y="5670747"/>
            <a:ext cx="4715580" cy="8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000" b="1">
                <a:solidFill>
                  <a:srgbClr val="D9520F"/>
                </a:solidFill>
                <a:latin typeface="Tahoma Bold"/>
                <a:ea typeface="Tahoma Bold"/>
                <a:cs typeface="Tahoma Bold"/>
                <a:sym typeface="Tahoma Bold"/>
              </a:rPr>
              <a:t>Guide: Huỳnh Hoàng Hà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0"/>
            <a:ext cx="18288000" cy="2628900"/>
            <a:chOff x="0" y="0"/>
            <a:chExt cx="24384000" cy="350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3505200"/>
            </a:xfrm>
            <a:custGeom>
              <a:avLst/>
              <a:gdLst/>
              <a:ahLst/>
              <a:cxnLst/>
              <a:rect l="l" t="t" r="r" b="b"/>
              <a:pathLst>
                <a:path w="24384000" h="3505200">
                  <a:moveTo>
                    <a:pt x="0" y="0"/>
                  </a:moveTo>
                  <a:lnTo>
                    <a:pt x="24384000" y="0"/>
                  </a:lnTo>
                  <a:lnTo>
                    <a:pt x="2438400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93" b="-51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56405" y="337869"/>
            <a:ext cx="14892355" cy="1558502"/>
            <a:chOff x="0" y="0"/>
            <a:chExt cx="20970240" cy="21945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70239" cy="2194560"/>
            </a:xfrm>
            <a:custGeom>
              <a:avLst/>
              <a:gdLst/>
              <a:ahLst/>
              <a:cxnLst/>
              <a:rect l="l" t="t" r="r" b="b"/>
              <a:pathLst>
                <a:path w="20970239" h="2194560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190" b="-13619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0970240" cy="2308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Nhận diện biển báo giao thông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96497" y="1672571"/>
            <a:ext cx="15727680" cy="1097280"/>
            <a:chOff x="0" y="0"/>
            <a:chExt cx="20970240" cy="1463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097024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F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YOLOv8n + LeNet5 trên bộ dữ liệu GTSDB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84583" y="3096263"/>
            <a:ext cx="3683003" cy="3500123"/>
            <a:chOff x="0" y="0"/>
            <a:chExt cx="4910671" cy="46668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80160" y="3383280"/>
            <a:ext cx="3291840" cy="914400"/>
            <a:chOff x="0" y="0"/>
            <a:chExt cx="438912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đầu vào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1600" y="4368165"/>
            <a:ext cx="310896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Ảnh đường phố từ GTSDB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754880" y="4206240"/>
            <a:ext cx="548640" cy="914400"/>
            <a:chOff x="0" y="0"/>
            <a:chExt cx="73152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90823" y="3096263"/>
            <a:ext cx="3683003" cy="3500123"/>
            <a:chOff x="0" y="0"/>
            <a:chExt cx="4910671" cy="46668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486400" y="3383280"/>
            <a:ext cx="3291840" cy="914400"/>
            <a:chOff x="0" y="0"/>
            <a:chExt cx="438912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YOLOv8n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577840" y="4368165"/>
            <a:ext cx="310896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Phát hiện vị trí biển báo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961120" y="4206240"/>
            <a:ext cx="548640" cy="914400"/>
            <a:chOff x="0" y="0"/>
            <a:chExt cx="73152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97063" y="3096263"/>
            <a:ext cx="3683003" cy="3500123"/>
            <a:chOff x="0" y="0"/>
            <a:chExt cx="4910671" cy="46668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92640" y="3383280"/>
            <a:ext cx="3291840" cy="914400"/>
            <a:chOff x="0" y="0"/>
            <a:chExt cx="438912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LeNet5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784080" y="4368165"/>
            <a:ext cx="310896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Phân loại loại biển báo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167360" y="4206240"/>
            <a:ext cx="548640" cy="914400"/>
            <a:chOff x="0" y="0"/>
            <a:chExt cx="73152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1520" cy="1219200"/>
            </a:xfrm>
            <a:custGeom>
              <a:avLst/>
              <a:gdLst/>
              <a:ahLst/>
              <a:cxnLst/>
              <a:rect l="l" t="t" r="r" b="b"/>
              <a:pathLst>
                <a:path w="731520" h="121920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3839" r="-16383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703303" y="3096263"/>
            <a:ext cx="3683003" cy="3500123"/>
            <a:chOff x="0" y="0"/>
            <a:chExt cx="4910671" cy="466683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10709" cy="4666869"/>
            </a:xfrm>
            <a:custGeom>
              <a:avLst/>
              <a:gdLst/>
              <a:ahLst/>
              <a:cxnLst/>
              <a:rect l="l" t="t" r="r" b="b"/>
              <a:pathLst>
                <a:path w="4910709" h="466686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3898880" y="3383280"/>
            <a:ext cx="3291840" cy="914400"/>
            <a:chOff x="0" y="0"/>
            <a:chExt cx="438912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990320" y="4368165"/>
            <a:ext cx="3108960" cy="180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Khung + tên biển báo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97280" y="7680960"/>
            <a:ext cx="16093440" cy="914400"/>
            <a:chOff x="0" y="0"/>
            <a:chExt cx="21457920" cy="1219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457920" cy="1219200"/>
            </a:xfrm>
            <a:custGeom>
              <a:avLst/>
              <a:gdLst/>
              <a:ahLst/>
              <a:cxnLst/>
              <a:rect l="l" t="t" r="r" b="b"/>
              <a:pathLst>
                <a:path w="21457920" h="121920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2936" b="-29293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2145792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Tách thành hai bước giúp mỗi model nhẹ, dễ huấn luyện và dễ thay thế.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5430" y="4274820"/>
            <a:ext cx="10104120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gradFill>
                  <a:gsLst>
                    <a:gs pos="0">
                      <a:srgbClr val="4987E3">
                        <a:alpha val="100000"/>
                      </a:srgbClr>
                    </a:gs>
                    <a:gs pos="100000">
                      <a:srgbClr val="9CC769">
                        <a:alpha val="100000"/>
                      </a:srgbClr>
                    </a:gs>
                  </a:gsLst>
                  <a:lin ang="5400000"/>
                </a:gradFill>
                <a:latin typeface="Verdana Bold"/>
                <a:ea typeface="Verdana Bold"/>
                <a:cs typeface="Verdana Bold"/>
                <a:sym typeface="Verdana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3840" y="8865870"/>
            <a:ext cx="5189220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www.themegallery.com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Custom</PresentationFormat>
  <Paragraphs>25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 Bold</vt:lpstr>
      <vt:lpstr>Calibri (MS) Bold</vt:lpstr>
      <vt:lpstr>Tahoma Bold</vt:lpstr>
      <vt:lpstr>Verdana Bold</vt:lpstr>
      <vt:lpstr>Arial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BaoCao_Tuan4_CK.pptx</dc:title>
  <cp:lastModifiedBy>thinh thinh</cp:lastModifiedBy>
  <cp:revision>2</cp:revision>
  <dcterms:created xsi:type="dcterms:W3CDTF">2006-08-16T00:00:00Z</dcterms:created>
  <dcterms:modified xsi:type="dcterms:W3CDTF">2026-10-04T12:48:49Z</dcterms:modified>
  <dc:identifier>DAHVDzUlzMA</dc:identifier>
</cp:coreProperties>
</file>