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302" r:id="rId3"/>
    <p:sldId id="304" r:id="rId4"/>
    <p:sldId id="301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969696"/>
    <a:srgbClr val="FAA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8" autoAdjust="0"/>
    <p:restoredTop sz="95657" autoAdjust="0"/>
  </p:normalViewPr>
  <p:slideViewPr>
    <p:cSldViewPr>
      <p:cViewPr varScale="1">
        <p:scale>
          <a:sx n="79" d="100"/>
          <a:sy n="79" d="100"/>
        </p:scale>
        <p:origin x="931" y="77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nh Hoang Ha" userId="ca0d5095-47d2-44ed-b250-c6375ee28ea5" providerId="ADAL" clId="{9FFB3809-F37C-4BD6-A555-4497E2E12176}"/>
    <pc:docChg chg="undo custSel addSld delSld modSld sldOrd">
      <pc:chgData name="Huynh Hoang Ha" userId="ca0d5095-47d2-44ed-b250-c6375ee28ea5" providerId="ADAL" clId="{9FFB3809-F37C-4BD6-A555-4497E2E12176}" dt="2026-08-24T15:24:33.042" v="3717" actId="20577"/>
      <pc:docMkLst>
        <pc:docMk/>
      </pc:docMkLst>
      <pc:sldChg chg="modSp">
        <pc:chgData name="Huynh Hoang Ha" userId="ca0d5095-47d2-44ed-b250-c6375ee28ea5" providerId="ADAL" clId="{9FFB3809-F37C-4BD6-A555-4497E2E12176}" dt="2026-08-24T08:53:14.615" v="2304" actId="20577"/>
        <pc:sldMkLst>
          <pc:docMk/>
          <pc:sldMk cId="0" sldId="276"/>
        </pc:sldMkLst>
        <pc:spChg chg="mod">
          <ac:chgData name="Huynh Hoang Ha" userId="ca0d5095-47d2-44ed-b250-c6375ee28ea5" providerId="ADAL" clId="{9FFB3809-F37C-4BD6-A555-4497E2E12176}" dt="2026-08-24T08:53:14.615" v="2304" actId="20577"/>
          <ac:spMkLst>
            <pc:docMk/>
            <pc:sldMk cId="0" sldId="276"/>
            <ac:spMk id="72708" creationId="{00000000-0000-0000-0000-000000000000}"/>
          </ac:spMkLst>
        </pc:spChg>
      </pc:sldChg>
      <pc:sldChg chg="modSp del ord">
        <pc:chgData name="Huynh Hoang Ha" userId="ca0d5095-47d2-44ed-b250-c6375ee28ea5" providerId="ADAL" clId="{9FFB3809-F37C-4BD6-A555-4497E2E12176}" dt="2026-08-24T09:04:22.333" v="3409" actId="2696"/>
        <pc:sldMkLst>
          <pc:docMk/>
          <pc:sldMk cId="4126444199" sldId="289"/>
        </pc:sldMkLst>
        <pc:spChg chg="mod">
          <ac:chgData name="Huynh Hoang Ha" userId="ca0d5095-47d2-44ed-b250-c6375ee28ea5" providerId="ADAL" clId="{9FFB3809-F37C-4BD6-A555-4497E2E12176}" dt="2026-08-17T07:35:25.817" v="668" actId="20577"/>
          <ac:spMkLst>
            <pc:docMk/>
            <pc:sldMk cId="4126444199" sldId="289"/>
            <ac:spMk id="2" creationId="{A09DAA91-2E04-41DF-9B4D-F7ADF9BC4105}"/>
          </ac:spMkLst>
        </pc:spChg>
        <pc:spChg chg="mod">
          <ac:chgData name="Huynh Hoang Ha" userId="ca0d5095-47d2-44ed-b250-c6375ee28ea5" providerId="ADAL" clId="{9FFB3809-F37C-4BD6-A555-4497E2E12176}" dt="2026-08-18T04:51:31.901" v="955" actId="20577"/>
          <ac:spMkLst>
            <pc:docMk/>
            <pc:sldMk cId="4126444199" sldId="289"/>
            <ac:spMk id="3" creationId="{D3398279-93DE-470B-8EA0-87BE5667062C}"/>
          </ac:spMkLst>
        </pc:spChg>
      </pc:sldChg>
      <pc:sldChg chg="modSp del">
        <pc:chgData name="Huynh Hoang Ha" userId="ca0d5095-47d2-44ed-b250-c6375ee28ea5" providerId="ADAL" clId="{9FFB3809-F37C-4BD6-A555-4497E2E12176}" dt="2026-08-24T09:04:20.720" v="3408" actId="2696"/>
        <pc:sldMkLst>
          <pc:docMk/>
          <pc:sldMk cId="3686187926" sldId="291"/>
        </pc:sldMkLst>
        <pc:spChg chg="mod">
          <ac:chgData name="Huynh Hoang Ha" userId="ca0d5095-47d2-44ed-b250-c6375ee28ea5" providerId="ADAL" clId="{9FFB3809-F37C-4BD6-A555-4497E2E12176}" dt="2026-08-17T07:34:59.625" v="619" actId="20577"/>
          <ac:spMkLst>
            <pc:docMk/>
            <pc:sldMk cId="3686187926" sldId="291"/>
            <ac:spMk id="3" creationId="{10E6780E-21E1-4ADF-9C15-C295C02AC486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4" v="3405" actId="2696"/>
        <pc:sldMkLst>
          <pc:docMk/>
          <pc:sldMk cId="1124661527" sldId="292"/>
        </pc:sldMkLst>
        <pc:spChg chg="mod">
          <ac:chgData name="Huynh Hoang Ha" userId="ca0d5095-47d2-44ed-b250-c6375ee28ea5" providerId="ADAL" clId="{9FFB3809-F37C-4BD6-A555-4497E2E12176}" dt="2026-08-24T01:36:48.063" v="996" actId="20577"/>
          <ac:spMkLst>
            <pc:docMk/>
            <pc:sldMk cId="1124661527" sldId="292"/>
            <ac:spMk id="2" creationId="{32B99659-9D32-44D4-B0E8-2FDA12CFE8A6}"/>
          </ac:spMkLst>
        </pc:spChg>
        <pc:spChg chg="mod">
          <ac:chgData name="Huynh Hoang Ha" userId="ca0d5095-47d2-44ed-b250-c6375ee28ea5" providerId="ADAL" clId="{9FFB3809-F37C-4BD6-A555-4497E2E12176}" dt="2026-08-24T01:37:12.428" v="1054" actId="20577"/>
          <ac:spMkLst>
            <pc:docMk/>
            <pc:sldMk cId="1124661527" sldId="292"/>
            <ac:spMk id="3" creationId="{8F08C077-78C1-4DB7-B2D1-9903FAEE69CE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4" v="3406" actId="2696"/>
        <pc:sldMkLst>
          <pc:docMk/>
          <pc:sldMk cId="1994051179" sldId="293"/>
        </pc:sldMkLst>
        <pc:spChg chg="mod">
          <ac:chgData name="Huynh Hoang Ha" userId="ca0d5095-47d2-44ed-b250-c6375ee28ea5" providerId="ADAL" clId="{9FFB3809-F37C-4BD6-A555-4497E2E12176}" dt="2026-08-24T02:08:58.078" v="1359" actId="20577"/>
          <ac:spMkLst>
            <pc:docMk/>
            <pc:sldMk cId="1994051179" sldId="293"/>
            <ac:spMk id="2" creationId="{90765788-0182-48F3-8296-15C3B0A1FB3B}"/>
          </ac:spMkLst>
        </pc:spChg>
        <pc:spChg chg="mod">
          <ac:chgData name="Huynh Hoang Ha" userId="ca0d5095-47d2-44ed-b250-c6375ee28ea5" providerId="ADAL" clId="{9FFB3809-F37C-4BD6-A555-4497E2E12176}" dt="2026-08-24T02:08:43.943" v="1336" actId="20577"/>
          <ac:spMkLst>
            <pc:docMk/>
            <pc:sldMk cId="1994051179" sldId="293"/>
            <ac:spMk id="3" creationId="{126106E2-45D6-4098-8159-A33EDF0AF127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5" v="3407" actId="2696"/>
        <pc:sldMkLst>
          <pc:docMk/>
          <pc:sldMk cId="1325918121" sldId="294"/>
        </pc:sldMkLst>
        <pc:spChg chg="mod">
          <ac:chgData name="Huynh Hoang Ha" userId="ca0d5095-47d2-44ed-b250-c6375ee28ea5" providerId="ADAL" clId="{9FFB3809-F37C-4BD6-A555-4497E2E12176}" dt="2026-08-24T02:09:16.809" v="1402" actId="20577"/>
          <ac:spMkLst>
            <pc:docMk/>
            <pc:sldMk cId="1325918121" sldId="294"/>
            <ac:spMk id="2" creationId="{90765788-0182-48F3-8296-15C3B0A1FB3B}"/>
          </ac:spMkLst>
        </pc:spChg>
        <pc:spChg chg="mod">
          <ac:chgData name="Huynh Hoang Ha" userId="ca0d5095-47d2-44ed-b250-c6375ee28ea5" providerId="ADAL" clId="{9FFB3809-F37C-4BD6-A555-4497E2E12176}" dt="2026-08-24T02:10:17.563" v="1541" actId="20577"/>
          <ac:spMkLst>
            <pc:docMk/>
            <pc:sldMk cId="1325918121" sldId="294"/>
            <ac:spMk id="3" creationId="{126106E2-45D6-4098-8159-A33EDF0AF127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3" v="3404" actId="2696"/>
        <pc:sldMkLst>
          <pc:docMk/>
          <pc:sldMk cId="1132368021" sldId="295"/>
        </pc:sldMkLst>
        <pc:spChg chg="mod">
          <ac:chgData name="Huynh Hoang Ha" userId="ca0d5095-47d2-44ed-b250-c6375ee28ea5" providerId="ADAL" clId="{9FFB3809-F37C-4BD6-A555-4497E2E12176}" dt="2026-08-24T04:07:08.543" v="1637" actId="20577"/>
          <ac:spMkLst>
            <pc:docMk/>
            <pc:sldMk cId="1132368021" sldId="295"/>
            <ac:spMk id="2" creationId="{A361BB68-9F9C-4443-80EA-322ADBC80C1A}"/>
          </ac:spMkLst>
        </pc:spChg>
      </pc:sldChg>
      <pc:sldChg chg="modSp add del">
        <pc:chgData name="Huynh Hoang Ha" userId="ca0d5095-47d2-44ed-b250-c6375ee28ea5" providerId="ADAL" clId="{9FFB3809-F37C-4BD6-A555-4497E2E12176}" dt="2026-08-24T09:00:17.643" v="2840" actId="2696"/>
        <pc:sldMkLst>
          <pc:docMk/>
          <pc:sldMk cId="280675865" sldId="296"/>
        </pc:sldMkLst>
        <pc:spChg chg="mod">
          <ac:chgData name="Huynh Hoang Ha" userId="ca0d5095-47d2-44ed-b250-c6375ee28ea5" providerId="ADAL" clId="{9FFB3809-F37C-4BD6-A555-4497E2E12176}" dt="2026-08-24T07:12:54.559" v="1661" actId="20577"/>
          <ac:spMkLst>
            <pc:docMk/>
            <pc:sldMk cId="280675865" sldId="296"/>
            <ac:spMk id="2" creationId="{0280A833-8EEA-490B-A5F0-7B18FD71A1C5}"/>
          </ac:spMkLst>
        </pc:spChg>
        <pc:spChg chg="mod">
          <ac:chgData name="Huynh Hoang Ha" userId="ca0d5095-47d2-44ed-b250-c6375ee28ea5" providerId="ADAL" clId="{9FFB3809-F37C-4BD6-A555-4497E2E12176}" dt="2026-08-24T08:35:58.908" v="2274" actId="14"/>
          <ac:spMkLst>
            <pc:docMk/>
            <pc:sldMk cId="280675865" sldId="296"/>
            <ac:spMk id="3" creationId="{837AF383-0EF7-493F-A10F-8063DF9AD654}"/>
          </ac:spMkLst>
        </pc:spChg>
      </pc:sldChg>
      <pc:sldChg chg="addSp delSp modSp add">
        <pc:chgData name="Huynh Hoang Ha" userId="ca0d5095-47d2-44ed-b250-c6375ee28ea5" providerId="ADAL" clId="{9FFB3809-F37C-4BD6-A555-4497E2E12176}" dt="2026-08-24T08:53:55.370" v="2399" actId="20577"/>
        <pc:sldMkLst>
          <pc:docMk/>
          <pc:sldMk cId="2237774363" sldId="297"/>
        </pc:sldMkLst>
        <pc:spChg chg="mod">
          <ac:chgData name="Huynh Hoang Ha" userId="ca0d5095-47d2-44ed-b250-c6375ee28ea5" providerId="ADAL" clId="{9FFB3809-F37C-4BD6-A555-4497E2E12176}" dt="2026-08-24T08:53:55.370" v="2399" actId="20577"/>
          <ac:spMkLst>
            <pc:docMk/>
            <pc:sldMk cId="2237774363" sldId="297"/>
            <ac:spMk id="2" creationId="{14C9A0E0-A134-4A60-8876-23F8C17BC811}"/>
          </ac:spMkLst>
        </pc:spChg>
        <pc:spChg chg="del">
          <ac:chgData name="Huynh Hoang Ha" userId="ca0d5095-47d2-44ed-b250-c6375ee28ea5" providerId="ADAL" clId="{9FFB3809-F37C-4BD6-A555-4497E2E12176}" dt="2026-08-24T08:53:40.919" v="2342"/>
          <ac:spMkLst>
            <pc:docMk/>
            <pc:sldMk cId="2237774363" sldId="297"/>
            <ac:spMk id="3" creationId="{D5BE16D1-4A8C-4821-8CDA-8655B60E08D6}"/>
          </ac:spMkLst>
        </pc:spChg>
        <pc:picChg chg="add mod">
          <ac:chgData name="Huynh Hoang Ha" userId="ca0d5095-47d2-44ed-b250-c6375ee28ea5" providerId="ADAL" clId="{9FFB3809-F37C-4BD6-A555-4497E2E12176}" dt="2026-08-24T08:53:45.667" v="2344" actId="1076"/>
          <ac:picMkLst>
            <pc:docMk/>
            <pc:sldMk cId="2237774363" sldId="297"/>
            <ac:picMk id="4" creationId="{D94D346C-25EB-482C-9FE5-3A91B6BE68AB}"/>
          </ac:picMkLst>
        </pc:picChg>
      </pc:sldChg>
      <pc:sldChg chg="addSp delSp modSp add">
        <pc:chgData name="Huynh Hoang Ha" userId="ca0d5095-47d2-44ed-b250-c6375ee28ea5" providerId="ADAL" clId="{9FFB3809-F37C-4BD6-A555-4497E2E12176}" dt="2026-08-24T08:54:38.273" v="2433" actId="1076"/>
        <pc:sldMkLst>
          <pc:docMk/>
          <pc:sldMk cId="3823886780" sldId="298"/>
        </pc:sldMkLst>
        <pc:spChg chg="mod">
          <ac:chgData name="Huynh Hoang Ha" userId="ca0d5095-47d2-44ed-b250-c6375ee28ea5" providerId="ADAL" clId="{9FFB3809-F37C-4BD6-A555-4497E2E12176}" dt="2026-08-24T08:54:27.737" v="2429" actId="20577"/>
          <ac:spMkLst>
            <pc:docMk/>
            <pc:sldMk cId="3823886780" sldId="298"/>
            <ac:spMk id="2" creationId="{14C9A0E0-A134-4A60-8876-23F8C17BC811}"/>
          </ac:spMkLst>
        </pc:spChg>
        <pc:spChg chg="add del mod">
          <ac:chgData name="Huynh Hoang Ha" userId="ca0d5095-47d2-44ed-b250-c6375ee28ea5" providerId="ADAL" clId="{9FFB3809-F37C-4BD6-A555-4497E2E12176}" dt="2026-08-24T08:54:34.950" v="2431"/>
          <ac:spMkLst>
            <pc:docMk/>
            <pc:sldMk cId="3823886780" sldId="298"/>
            <ac:spMk id="5" creationId="{7D0825EB-6420-4A28-942C-F7F137809C92}"/>
          </ac:spMkLst>
        </pc:spChg>
        <pc:picChg chg="del">
          <ac:chgData name="Huynh Hoang Ha" userId="ca0d5095-47d2-44ed-b250-c6375ee28ea5" providerId="ADAL" clId="{9FFB3809-F37C-4BD6-A555-4497E2E12176}" dt="2026-08-24T08:54:29.871" v="2430" actId="478"/>
          <ac:picMkLst>
            <pc:docMk/>
            <pc:sldMk cId="3823886780" sldId="298"/>
            <ac:picMk id="4" creationId="{D94D346C-25EB-482C-9FE5-3A91B6BE68AB}"/>
          </ac:picMkLst>
        </pc:picChg>
        <pc:picChg chg="add mod">
          <ac:chgData name="Huynh Hoang Ha" userId="ca0d5095-47d2-44ed-b250-c6375ee28ea5" providerId="ADAL" clId="{9FFB3809-F37C-4BD6-A555-4497E2E12176}" dt="2026-08-24T08:54:38.273" v="2433" actId="1076"/>
          <ac:picMkLst>
            <pc:docMk/>
            <pc:sldMk cId="3823886780" sldId="298"/>
            <ac:picMk id="6" creationId="{9D173088-1B84-4729-81A2-F8E7501A09F3}"/>
          </ac:picMkLst>
        </pc:picChg>
      </pc:sldChg>
      <pc:sldChg chg="addSp delSp modSp add del">
        <pc:chgData name="Huynh Hoang Ha" userId="ca0d5095-47d2-44ed-b250-c6375ee28ea5" providerId="ADAL" clId="{9FFB3809-F37C-4BD6-A555-4497E2E12176}" dt="2026-08-24T08:56:27.049" v="2473" actId="2696"/>
        <pc:sldMkLst>
          <pc:docMk/>
          <pc:sldMk cId="3274402918" sldId="299"/>
        </pc:sldMkLst>
        <pc:spChg chg="add mod">
          <ac:chgData name="Huynh Hoang Ha" userId="ca0d5095-47d2-44ed-b250-c6375ee28ea5" providerId="ADAL" clId="{9FFB3809-F37C-4BD6-A555-4497E2E12176}" dt="2026-08-24T08:55:22.405" v="2435" actId="478"/>
          <ac:spMkLst>
            <pc:docMk/>
            <pc:sldMk cId="3274402918" sldId="299"/>
            <ac:spMk id="4" creationId="{6593B126-512B-46CF-9268-00EE123038F2}"/>
          </ac:spMkLst>
        </pc:spChg>
        <pc:picChg chg="del">
          <ac:chgData name="Huynh Hoang Ha" userId="ca0d5095-47d2-44ed-b250-c6375ee28ea5" providerId="ADAL" clId="{9FFB3809-F37C-4BD6-A555-4497E2E12176}" dt="2026-08-24T08:55:22.405" v="2435" actId="478"/>
          <ac:picMkLst>
            <pc:docMk/>
            <pc:sldMk cId="3274402918" sldId="299"/>
            <ac:picMk id="6" creationId="{9D173088-1B84-4729-81A2-F8E7501A09F3}"/>
          </ac:picMkLst>
        </pc:picChg>
      </pc:sldChg>
      <pc:sldChg chg="addSp delSp modSp add">
        <pc:chgData name="Huynh Hoang Ha" userId="ca0d5095-47d2-44ed-b250-c6375ee28ea5" providerId="ADAL" clId="{9FFB3809-F37C-4BD6-A555-4497E2E12176}" dt="2026-08-24T08:56:41.609" v="2476" actId="1076"/>
        <pc:sldMkLst>
          <pc:docMk/>
          <pc:sldMk cId="3879561949" sldId="300"/>
        </pc:sldMkLst>
        <pc:spChg chg="mod">
          <ac:chgData name="Huynh Hoang Ha" userId="ca0d5095-47d2-44ed-b250-c6375ee28ea5" providerId="ADAL" clId="{9FFB3809-F37C-4BD6-A555-4497E2E12176}" dt="2026-08-24T08:55:39.095" v="2471" actId="20577"/>
          <ac:spMkLst>
            <pc:docMk/>
            <pc:sldMk cId="3879561949" sldId="300"/>
            <ac:spMk id="2" creationId="{14C9A0E0-A134-4A60-8876-23F8C17BC811}"/>
          </ac:spMkLst>
        </pc:spChg>
        <pc:spChg chg="add del mod">
          <ac:chgData name="Huynh Hoang Ha" userId="ca0d5095-47d2-44ed-b250-c6375ee28ea5" providerId="ADAL" clId="{9FFB3809-F37C-4BD6-A555-4497E2E12176}" dt="2026-08-24T08:55:30.617" v="2438"/>
          <ac:spMkLst>
            <pc:docMk/>
            <pc:sldMk cId="3879561949" sldId="300"/>
            <ac:spMk id="4" creationId="{56AF8347-50AA-4D23-A132-7ACBFB6F5E33}"/>
          </ac:spMkLst>
        </pc:spChg>
        <pc:picChg chg="del">
          <ac:chgData name="Huynh Hoang Ha" userId="ca0d5095-47d2-44ed-b250-c6375ee28ea5" providerId="ADAL" clId="{9FFB3809-F37C-4BD6-A555-4497E2E12176}" dt="2026-08-24T08:55:26.225" v="2437" actId="478"/>
          <ac:picMkLst>
            <pc:docMk/>
            <pc:sldMk cId="3879561949" sldId="300"/>
            <ac:picMk id="6" creationId="{9D173088-1B84-4729-81A2-F8E7501A09F3}"/>
          </ac:picMkLst>
        </pc:picChg>
        <pc:picChg chg="add mod modCrop">
          <ac:chgData name="Huynh Hoang Ha" userId="ca0d5095-47d2-44ed-b250-c6375ee28ea5" providerId="ADAL" clId="{9FFB3809-F37C-4BD6-A555-4497E2E12176}" dt="2026-08-24T08:56:41.609" v="2476" actId="1076"/>
          <ac:picMkLst>
            <pc:docMk/>
            <pc:sldMk cId="3879561949" sldId="300"/>
            <ac:picMk id="7" creationId="{1CBF0F1D-5F03-486E-82DC-6A4C0744AF27}"/>
          </ac:picMkLst>
        </pc:picChg>
      </pc:sldChg>
      <pc:sldChg chg="addSp modSp add">
        <pc:chgData name="Huynh Hoang Ha" userId="ca0d5095-47d2-44ed-b250-c6375ee28ea5" providerId="ADAL" clId="{9FFB3809-F37C-4BD6-A555-4497E2E12176}" dt="2026-08-24T15:21:12.712" v="3489" actId="20577"/>
        <pc:sldMkLst>
          <pc:docMk/>
          <pc:sldMk cId="195310272" sldId="301"/>
        </pc:sldMkLst>
        <pc:spChg chg="mod">
          <ac:chgData name="Huynh Hoang Ha" userId="ca0d5095-47d2-44ed-b250-c6375ee28ea5" providerId="ADAL" clId="{9FFB3809-F37C-4BD6-A555-4497E2E12176}" dt="2026-08-24T15:21:12.712" v="3489" actId="20577"/>
          <ac:spMkLst>
            <pc:docMk/>
            <pc:sldMk cId="195310272" sldId="301"/>
            <ac:spMk id="2" creationId="{68436A3E-140F-4D7F-BC63-99920247FEC8}"/>
          </ac:spMkLst>
        </pc:spChg>
        <pc:spChg chg="mod">
          <ac:chgData name="Huynh Hoang Ha" userId="ca0d5095-47d2-44ed-b250-c6375ee28ea5" providerId="ADAL" clId="{9FFB3809-F37C-4BD6-A555-4497E2E12176}" dt="2026-08-24T08:59:33.305" v="2772" actId="313"/>
          <ac:spMkLst>
            <pc:docMk/>
            <pc:sldMk cId="195310272" sldId="301"/>
            <ac:spMk id="3" creationId="{3769D7D8-9C34-42BE-9B45-DBF7B9C2BFF9}"/>
          </ac:spMkLst>
        </pc:spChg>
        <pc:picChg chg="add mod modCrop">
          <ac:chgData name="Huynh Hoang Ha" userId="ca0d5095-47d2-44ed-b250-c6375ee28ea5" providerId="ADAL" clId="{9FFB3809-F37C-4BD6-A555-4497E2E12176}" dt="2026-08-24T08:59:23.689" v="2760" actId="1076"/>
          <ac:picMkLst>
            <pc:docMk/>
            <pc:sldMk cId="195310272" sldId="301"/>
            <ac:picMk id="1026" creationId="{3D3C4E89-2871-4B21-B9C0-BBD792D30B1B}"/>
          </ac:picMkLst>
        </pc:picChg>
      </pc:sldChg>
      <pc:sldChg chg="modSp add">
        <pc:chgData name="Huynh Hoang Ha" userId="ca0d5095-47d2-44ed-b250-c6375ee28ea5" providerId="ADAL" clId="{9FFB3809-F37C-4BD6-A555-4497E2E12176}" dt="2026-08-24T15:22:08.392" v="3547" actId="5793"/>
        <pc:sldMkLst>
          <pc:docMk/>
          <pc:sldMk cId="3974887232" sldId="302"/>
        </pc:sldMkLst>
        <pc:spChg chg="mod">
          <ac:chgData name="Huynh Hoang Ha" userId="ca0d5095-47d2-44ed-b250-c6375ee28ea5" providerId="ADAL" clId="{9FFB3809-F37C-4BD6-A555-4497E2E12176}" dt="2026-08-24T15:22:08.392" v="3547" actId="5793"/>
          <ac:spMkLst>
            <pc:docMk/>
            <pc:sldMk cId="3974887232" sldId="302"/>
            <ac:spMk id="2" creationId="{8EB3062A-B583-4BF2-B6BF-0593EEBF68AF}"/>
          </ac:spMkLst>
        </pc:spChg>
        <pc:spChg chg="mod">
          <ac:chgData name="Huynh Hoang Ha" userId="ca0d5095-47d2-44ed-b250-c6375ee28ea5" providerId="ADAL" clId="{9FFB3809-F37C-4BD6-A555-4497E2E12176}" dt="2026-08-24T15:21:27.835" v="3490" actId="20577"/>
          <ac:spMkLst>
            <pc:docMk/>
            <pc:sldMk cId="3974887232" sldId="302"/>
            <ac:spMk id="3" creationId="{3455E681-6D67-4CD4-8AC0-AD826623E515}"/>
          </ac:spMkLst>
        </pc:spChg>
      </pc:sldChg>
      <pc:sldChg chg="modSp add">
        <pc:chgData name="Huynh Hoang Ha" userId="ca0d5095-47d2-44ed-b250-c6375ee28ea5" providerId="ADAL" clId="{9FFB3809-F37C-4BD6-A555-4497E2E12176}" dt="2026-08-24T15:24:33.042" v="3717" actId="20577"/>
        <pc:sldMkLst>
          <pc:docMk/>
          <pc:sldMk cId="3598296014" sldId="303"/>
        </pc:sldMkLst>
        <pc:spChg chg="mod">
          <ac:chgData name="Huynh Hoang Ha" userId="ca0d5095-47d2-44ed-b250-c6375ee28ea5" providerId="ADAL" clId="{9FFB3809-F37C-4BD6-A555-4497E2E12176}" dt="2026-08-24T15:24:15.663" v="3630" actId="20577"/>
          <ac:spMkLst>
            <pc:docMk/>
            <pc:sldMk cId="3598296014" sldId="303"/>
            <ac:spMk id="2" creationId="{B0D9D036-39D2-457D-95EE-1BDAE6892820}"/>
          </ac:spMkLst>
        </pc:spChg>
        <pc:spChg chg="mod">
          <ac:chgData name="Huynh Hoang Ha" userId="ca0d5095-47d2-44ed-b250-c6375ee28ea5" providerId="ADAL" clId="{9FFB3809-F37C-4BD6-A555-4497E2E12176}" dt="2026-08-24T15:24:33.042" v="3717" actId="20577"/>
          <ac:spMkLst>
            <pc:docMk/>
            <pc:sldMk cId="3598296014" sldId="303"/>
            <ac:spMk id="3" creationId="{7473BB90-5073-4D48-8D44-47EAC1BC29B8}"/>
          </ac:spMkLst>
        </pc:spChg>
      </pc:sldChg>
    </pc:docChg>
  </pc:docChgLst>
  <pc:docChgLst>
    <pc:chgData name="Huynh Hoang Ha" userId="ca0d5095-47d2-44ed-b250-c6375ee28ea5" providerId="ADAL" clId="{DE6EE555-F80A-4B04-B34A-BD916A4214B1}"/>
    <pc:docChg chg="undo custSel addSld delSld modSld sldOrd">
      <pc:chgData name="Huynh Hoang Ha" userId="ca0d5095-47d2-44ed-b250-c6375ee28ea5" providerId="ADAL" clId="{DE6EE555-F80A-4B04-B34A-BD916A4214B1}" dt="2026-08-17T04:02:49.492" v="4443"/>
      <pc:docMkLst>
        <pc:docMk/>
      </pc:docMkLst>
      <pc:sldChg chg="modSp">
        <pc:chgData name="Huynh Hoang Ha" userId="ca0d5095-47d2-44ed-b250-c6375ee28ea5" providerId="ADAL" clId="{DE6EE555-F80A-4B04-B34A-BD916A4214B1}" dt="2026-08-17T00:45:11.714" v="85" actId="20577"/>
        <pc:sldMkLst>
          <pc:docMk/>
          <pc:sldMk cId="0" sldId="276"/>
        </pc:sldMkLst>
        <pc:spChg chg="mod">
          <ac:chgData name="Huynh Hoang Ha" userId="ca0d5095-47d2-44ed-b250-c6375ee28ea5" providerId="ADAL" clId="{DE6EE555-F80A-4B04-B34A-BD916A4214B1}" dt="2026-08-17T00:45:11.714" v="85" actId="20577"/>
          <ac:spMkLst>
            <pc:docMk/>
            <pc:sldMk cId="0" sldId="276"/>
            <ac:spMk id="72708" creationId="{00000000-0000-0000-0000-000000000000}"/>
          </ac:spMkLst>
        </pc:spChg>
      </pc:sldChg>
    </pc:docChg>
  </pc:docChgLst>
  <pc:docChgLst>
    <pc:chgData name="Huynh Hoang Ha" userId="ca0d5095-47d2-44ed-b250-c6375ee28ea5" providerId="ADAL" clId="{6E0E41A9-3526-4649-953F-EFF1F327A0CF}"/>
    <pc:docChg chg="undo custSel addSld delSld modSld">
      <pc:chgData name="Huynh Hoang Ha" userId="ca0d5095-47d2-44ed-b250-c6375ee28ea5" providerId="ADAL" clId="{6E0E41A9-3526-4649-953F-EFF1F327A0CF}" dt="2026-05-26T00:49:28.831" v="2833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D9B359-3C40-40D0-9641-0AF6D6B0E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1FF4-501E-417A-B71B-CA534D31E63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621D-D213-47E6-8EF4-77EE7EB23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A621D-D213-47E6-8EF4-77EE7EB23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4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Môn: </a:t>
            </a:r>
            <a:r>
              <a:rPr lang="en-US" dirty="0" err="1">
                <a:solidFill>
                  <a:srgbClr val="FF0000"/>
                </a:solidFill>
              </a:rPr>
              <a:t>Phát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triển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ứng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dụng</a:t>
            </a:r>
            <a:r>
              <a:rPr lang="en-US" dirty="0">
                <a:solidFill>
                  <a:srgbClr val="FF0000"/>
                </a:solidFill>
              </a:rPr>
              <a:t> di </a:t>
            </a:r>
            <a:r>
              <a:rPr lang="en-US" dirty="0" err="1">
                <a:solidFill>
                  <a:srgbClr val="FF0000"/>
                </a:solidFill>
              </a:rPr>
              <a:t>động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Tuần</a:t>
            </a:r>
            <a:r>
              <a:rPr lang="en-US">
                <a:solidFill>
                  <a:srgbClr val="FF0000"/>
                </a:solidFill>
              </a:rPr>
              <a:t> 3-Project </a:t>
            </a:r>
            <a:r>
              <a:rPr lang="en-US" dirty="0" err="1">
                <a:solidFill>
                  <a:srgbClr val="FF0000"/>
                </a:solidFill>
              </a:rPr>
              <a:t>cuối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kì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</a:t>
            </a:r>
            <a:r>
              <a:rPr lang="en-US" sz="2000" b="1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</a:t>
            </a: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Hà</a:t>
            </a:r>
            <a:endParaRPr lang="en-US" sz="2000" b="1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BD40-683E-0630-11A3-F92B65B2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B9E-5EAC-CB17-0AF8-88952089E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7E5F5-5E34-2A8F-84CD-FF6741484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FA79E-C86A-03D1-69E7-2BABBEE4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0" y="1143000"/>
            <a:ext cx="75438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816D6-7E09-4136-5175-0C6CFCB3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84F2-38DA-F1BD-3273-13DC23C7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vi-VN" dirty="0"/>
              <a:t>Mô phỏng ứng dụng qua máy ảo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CD0C98-B3CD-FED6-BD50-A231048E7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800600" y="1199641"/>
            <a:ext cx="2209799" cy="491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62D4B8-54D8-9E33-5D77-2F30BD89C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247520"/>
            <a:ext cx="2209800" cy="4919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07A059-0B0E-D333-E986-09A168304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199641"/>
            <a:ext cx="2252813" cy="501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5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4EE9-A9B4-1CCE-34DF-2A21AC0A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BC8B-F60F-E96D-B6FC-8E43A369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886" y="457200"/>
            <a:ext cx="10287000" cy="563563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/>
              <a:t>.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Mobile App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AAD6703-A7FF-A252-AEA9-B82181B5D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72" y="1020765"/>
            <a:ext cx="11314528" cy="350836"/>
          </a:xfrm>
        </p:spPr>
        <p:txBody>
          <a:bodyPr/>
          <a:lstStyle/>
          <a:p>
            <a:pPr marL="0" indent="0">
              <a:buNone/>
            </a:pPr>
            <a:r>
              <a:rPr lang="vi-VN" sz="2500" dirty="0"/>
              <a:t>Dùng phần mềm </a:t>
            </a:r>
            <a:r>
              <a:rPr lang="vi-VN" sz="2500" dirty="0" err="1"/>
              <a:t>Android</a:t>
            </a:r>
            <a:r>
              <a:rPr lang="vi-VN" sz="2500" dirty="0"/>
              <a:t> </a:t>
            </a:r>
            <a:r>
              <a:rPr lang="vi-VN" sz="2500" dirty="0" err="1"/>
              <a:t>Studio</a:t>
            </a:r>
            <a:r>
              <a:rPr lang="vi-VN" sz="2500" dirty="0"/>
              <a:t> để chạy thử và mô phỏng ứng dụng quản lý nhân sự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287291-9149-BFC9-257C-CF2FF7A97B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36" y="1842215"/>
            <a:ext cx="2159329" cy="45585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66B072-1281-6C3F-34DF-68FBAC3F1F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572" y="1842215"/>
            <a:ext cx="2159329" cy="45585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C34BAC-FCD7-B388-42AE-B4D1DA4EA8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408" y="1842215"/>
            <a:ext cx="2159329" cy="45585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03D09B-7CA6-47CD-2EB4-6B967DB841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244" y="1842216"/>
            <a:ext cx="2159329" cy="45585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94D864-A50C-9470-4AB1-5E75E4648A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271" y="1842215"/>
            <a:ext cx="2159329" cy="455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27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842661" y="28194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Thank You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white"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www.themegallery.com</a:t>
            </a: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cdb2004212gl</Template>
  <TotalTime>4539</TotalTime>
  <Words>66</Words>
  <Application>Microsoft Office PowerPoint</Application>
  <PresentationFormat>Widescreen</PresentationFormat>
  <Paragraphs>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Tahoma</vt:lpstr>
      <vt:lpstr>Verdana</vt:lpstr>
      <vt:lpstr>Wingdings</vt:lpstr>
      <vt:lpstr>cdb2004212gl</vt:lpstr>
      <vt:lpstr>Môn: Phát triển ứng dụng di động (Tuần 3-Project cuối kì)</vt:lpstr>
      <vt:lpstr>1. Quy trình triển khai </vt:lpstr>
      <vt:lpstr>2. Mô phỏng ứng dụng qua máy ảo</vt:lpstr>
      <vt:lpstr>3. Chức năng Mobile App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Research &amp; Technology and Training</dc:title>
  <dc:creator>FANCA</dc:creator>
  <cp:lastModifiedBy>thinh thinh</cp:lastModifiedBy>
  <cp:revision>405</cp:revision>
  <cp:lastPrinted>2018-01-16T10:17:52Z</cp:lastPrinted>
  <dcterms:created xsi:type="dcterms:W3CDTF">2017-11-10T03:20:57Z</dcterms:created>
  <dcterms:modified xsi:type="dcterms:W3CDTF">2026-09-21T01:24:37Z</dcterms:modified>
</cp:coreProperties>
</file>