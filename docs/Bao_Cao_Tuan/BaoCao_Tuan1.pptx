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97" r:id="rId3"/>
    <p:sldId id="302" r:id="rId4"/>
    <p:sldId id="298" r:id="rId5"/>
    <p:sldId id="301" r:id="rId6"/>
    <p:sldId id="27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8" autoAdjust="0"/>
    <p:restoredTop sz="95657" autoAdjust="0"/>
  </p:normalViewPr>
  <p:slideViewPr>
    <p:cSldViewPr>
      <p:cViewPr varScale="1">
        <p:scale>
          <a:sx n="79" d="100"/>
          <a:sy n="79" d="100"/>
        </p:scale>
        <p:origin x="931" y="8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Hoang Ha" userId="ca0d5095-47d2-44ed-b250-c6375ee28ea5" providerId="ADAL" clId="{9FFB3809-F37C-4BD6-A555-4497E2E12176}"/>
    <pc:docChg chg="undo custSel addSld delSld modSld sldOrd">
      <pc:chgData name="Huynh Hoang Ha" userId="ca0d5095-47d2-44ed-b250-c6375ee28ea5" providerId="ADAL" clId="{9FFB3809-F37C-4BD6-A555-4497E2E12176}" dt="2026-08-24T15:24:33.042" v="3717" actId="20577"/>
      <pc:docMkLst>
        <pc:docMk/>
      </pc:docMkLst>
      <pc:sldChg chg="modSp">
        <pc:chgData name="Huynh Hoang Ha" userId="ca0d5095-47d2-44ed-b250-c6375ee28ea5" providerId="ADAL" clId="{9FFB3809-F37C-4BD6-A555-4497E2E12176}" dt="2026-08-24T08:53:14.615" v="2304" actId="20577"/>
        <pc:sldMkLst>
          <pc:docMk/>
          <pc:sldMk cId="0" sldId="276"/>
        </pc:sldMkLst>
        <pc:spChg chg="mod">
          <ac:chgData name="Huynh Hoang Ha" userId="ca0d5095-47d2-44ed-b250-c6375ee28ea5" providerId="ADAL" clId="{9FFB3809-F37C-4BD6-A555-4497E2E12176}" dt="2026-08-24T08:53:14.615" v="2304" actId="20577"/>
          <ac:spMkLst>
            <pc:docMk/>
            <pc:sldMk cId="0" sldId="276"/>
            <ac:spMk id="72708" creationId="{00000000-0000-0000-0000-000000000000}"/>
          </ac:spMkLst>
        </pc:spChg>
      </pc:sldChg>
      <pc:sldChg chg="modSp del ord">
        <pc:chgData name="Huynh Hoang Ha" userId="ca0d5095-47d2-44ed-b250-c6375ee28ea5" providerId="ADAL" clId="{9FFB3809-F37C-4BD6-A555-4497E2E12176}" dt="2026-08-24T09:04:22.333" v="3409" actId="2696"/>
        <pc:sldMkLst>
          <pc:docMk/>
          <pc:sldMk cId="4126444199" sldId="289"/>
        </pc:sldMkLst>
        <pc:spChg chg="mod">
          <ac:chgData name="Huynh Hoang Ha" userId="ca0d5095-47d2-44ed-b250-c6375ee28ea5" providerId="ADAL" clId="{9FFB3809-F37C-4BD6-A555-4497E2E12176}" dt="2026-08-17T07:35:25.817" v="668" actId="20577"/>
          <ac:spMkLst>
            <pc:docMk/>
            <pc:sldMk cId="4126444199" sldId="289"/>
            <ac:spMk id="2" creationId="{A09DAA91-2E04-41DF-9B4D-F7ADF9BC4105}"/>
          </ac:spMkLst>
        </pc:spChg>
        <pc:spChg chg="mod">
          <ac:chgData name="Huynh Hoang Ha" userId="ca0d5095-47d2-44ed-b250-c6375ee28ea5" providerId="ADAL" clId="{9FFB3809-F37C-4BD6-A555-4497E2E12176}" dt="2026-08-18T04:51:31.901" v="955" actId="20577"/>
          <ac:spMkLst>
            <pc:docMk/>
            <pc:sldMk cId="4126444199" sldId="289"/>
            <ac:spMk id="3" creationId="{D3398279-93DE-470B-8EA0-87BE5667062C}"/>
          </ac:spMkLst>
        </pc:spChg>
      </pc:sldChg>
      <pc:sldChg chg="modSp del">
        <pc:chgData name="Huynh Hoang Ha" userId="ca0d5095-47d2-44ed-b250-c6375ee28ea5" providerId="ADAL" clId="{9FFB3809-F37C-4BD6-A555-4497E2E12176}" dt="2026-08-24T09:04:20.720" v="3408" actId="2696"/>
        <pc:sldMkLst>
          <pc:docMk/>
          <pc:sldMk cId="3686187926" sldId="291"/>
        </pc:sldMkLst>
        <pc:spChg chg="mod">
          <ac:chgData name="Huynh Hoang Ha" userId="ca0d5095-47d2-44ed-b250-c6375ee28ea5" providerId="ADAL" clId="{9FFB3809-F37C-4BD6-A555-4497E2E12176}" dt="2026-08-17T07:34:59.625" v="619" actId="20577"/>
          <ac:spMkLst>
            <pc:docMk/>
            <pc:sldMk cId="3686187926" sldId="291"/>
            <ac:spMk id="3" creationId="{10E6780E-21E1-4ADF-9C15-C295C02AC486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5" actId="2696"/>
        <pc:sldMkLst>
          <pc:docMk/>
          <pc:sldMk cId="1124661527" sldId="292"/>
        </pc:sldMkLst>
        <pc:spChg chg="mod">
          <ac:chgData name="Huynh Hoang Ha" userId="ca0d5095-47d2-44ed-b250-c6375ee28ea5" providerId="ADAL" clId="{9FFB3809-F37C-4BD6-A555-4497E2E12176}" dt="2026-08-24T01:36:48.063" v="996" actId="20577"/>
          <ac:spMkLst>
            <pc:docMk/>
            <pc:sldMk cId="1124661527" sldId="292"/>
            <ac:spMk id="2" creationId="{32B99659-9D32-44D4-B0E8-2FDA12CFE8A6}"/>
          </ac:spMkLst>
        </pc:spChg>
        <pc:spChg chg="mod">
          <ac:chgData name="Huynh Hoang Ha" userId="ca0d5095-47d2-44ed-b250-c6375ee28ea5" providerId="ADAL" clId="{9FFB3809-F37C-4BD6-A555-4497E2E12176}" dt="2026-08-24T01:37:12.428" v="1054" actId="20577"/>
          <ac:spMkLst>
            <pc:docMk/>
            <pc:sldMk cId="1124661527" sldId="292"/>
            <ac:spMk id="3" creationId="{8F08C077-78C1-4DB7-B2D1-9903FAEE69CE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6" actId="2696"/>
        <pc:sldMkLst>
          <pc:docMk/>
          <pc:sldMk cId="1994051179" sldId="293"/>
        </pc:sldMkLst>
        <pc:spChg chg="mod">
          <ac:chgData name="Huynh Hoang Ha" userId="ca0d5095-47d2-44ed-b250-c6375ee28ea5" providerId="ADAL" clId="{9FFB3809-F37C-4BD6-A555-4497E2E12176}" dt="2026-08-24T02:08:58.078" v="1359" actId="20577"/>
          <ac:spMkLst>
            <pc:docMk/>
            <pc:sldMk cId="1994051179" sldId="293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08:43.943" v="1336" actId="20577"/>
          <ac:spMkLst>
            <pc:docMk/>
            <pc:sldMk cId="1994051179" sldId="293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5" v="3407" actId="2696"/>
        <pc:sldMkLst>
          <pc:docMk/>
          <pc:sldMk cId="1325918121" sldId="294"/>
        </pc:sldMkLst>
        <pc:spChg chg="mod">
          <ac:chgData name="Huynh Hoang Ha" userId="ca0d5095-47d2-44ed-b250-c6375ee28ea5" providerId="ADAL" clId="{9FFB3809-F37C-4BD6-A555-4497E2E12176}" dt="2026-08-24T02:09:16.809" v="1402" actId="20577"/>
          <ac:spMkLst>
            <pc:docMk/>
            <pc:sldMk cId="1325918121" sldId="294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10:17.563" v="1541" actId="20577"/>
          <ac:spMkLst>
            <pc:docMk/>
            <pc:sldMk cId="1325918121" sldId="294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3" v="3404" actId="2696"/>
        <pc:sldMkLst>
          <pc:docMk/>
          <pc:sldMk cId="1132368021" sldId="295"/>
        </pc:sldMkLst>
        <pc:spChg chg="mod">
          <ac:chgData name="Huynh Hoang Ha" userId="ca0d5095-47d2-44ed-b250-c6375ee28ea5" providerId="ADAL" clId="{9FFB3809-F37C-4BD6-A555-4497E2E12176}" dt="2026-08-24T04:07:08.543" v="1637" actId="20577"/>
          <ac:spMkLst>
            <pc:docMk/>
            <pc:sldMk cId="1132368021" sldId="295"/>
            <ac:spMk id="2" creationId="{A361BB68-9F9C-4443-80EA-322ADBC80C1A}"/>
          </ac:spMkLst>
        </pc:spChg>
      </pc:sldChg>
      <pc:sldChg chg="modSp add del">
        <pc:chgData name="Huynh Hoang Ha" userId="ca0d5095-47d2-44ed-b250-c6375ee28ea5" providerId="ADAL" clId="{9FFB3809-F37C-4BD6-A555-4497E2E12176}" dt="2026-08-24T09:00:17.643" v="2840" actId="2696"/>
        <pc:sldMkLst>
          <pc:docMk/>
          <pc:sldMk cId="280675865" sldId="296"/>
        </pc:sldMkLst>
        <pc:spChg chg="mod">
          <ac:chgData name="Huynh Hoang Ha" userId="ca0d5095-47d2-44ed-b250-c6375ee28ea5" providerId="ADAL" clId="{9FFB3809-F37C-4BD6-A555-4497E2E12176}" dt="2026-08-24T07:12:54.559" v="1661" actId="20577"/>
          <ac:spMkLst>
            <pc:docMk/>
            <pc:sldMk cId="280675865" sldId="296"/>
            <ac:spMk id="2" creationId="{0280A833-8EEA-490B-A5F0-7B18FD71A1C5}"/>
          </ac:spMkLst>
        </pc:spChg>
        <pc:spChg chg="mod">
          <ac:chgData name="Huynh Hoang Ha" userId="ca0d5095-47d2-44ed-b250-c6375ee28ea5" providerId="ADAL" clId="{9FFB3809-F37C-4BD6-A555-4497E2E12176}" dt="2026-08-24T08:35:58.908" v="2274" actId="14"/>
          <ac:spMkLst>
            <pc:docMk/>
            <pc:sldMk cId="280675865" sldId="296"/>
            <ac:spMk id="3" creationId="{837AF383-0EF7-493F-A10F-8063DF9AD654}"/>
          </ac:spMkLst>
        </pc:spChg>
      </pc:sldChg>
      <pc:sldChg chg="addSp delSp modSp add">
        <pc:chgData name="Huynh Hoang Ha" userId="ca0d5095-47d2-44ed-b250-c6375ee28ea5" providerId="ADAL" clId="{9FFB3809-F37C-4BD6-A555-4497E2E12176}" dt="2026-08-24T08:53:55.370" v="2399" actId="20577"/>
        <pc:sldMkLst>
          <pc:docMk/>
          <pc:sldMk cId="2237774363" sldId="297"/>
        </pc:sldMkLst>
        <pc:spChg chg="mod">
          <ac:chgData name="Huynh Hoang Ha" userId="ca0d5095-47d2-44ed-b250-c6375ee28ea5" providerId="ADAL" clId="{9FFB3809-F37C-4BD6-A555-4497E2E12176}" dt="2026-08-24T08:53:55.370" v="2399" actId="20577"/>
          <ac:spMkLst>
            <pc:docMk/>
            <pc:sldMk cId="2237774363" sldId="297"/>
            <ac:spMk id="2" creationId="{14C9A0E0-A134-4A60-8876-23F8C17BC811}"/>
          </ac:spMkLst>
        </pc:spChg>
        <pc:spChg chg="del">
          <ac:chgData name="Huynh Hoang Ha" userId="ca0d5095-47d2-44ed-b250-c6375ee28ea5" providerId="ADAL" clId="{9FFB3809-F37C-4BD6-A555-4497E2E12176}" dt="2026-08-24T08:53:40.919" v="2342"/>
          <ac:spMkLst>
            <pc:docMk/>
            <pc:sldMk cId="2237774363" sldId="297"/>
            <ac:spMk id="3" creationId="{D5BE16D1-4A8C-4821-8CDA-8655B60E08D6}"/>
          </ac:spMkLst>
        </pc:spChg>
        <pc:picChg chg="add mod">
          <ac:chgData name="Huynh Hoang Ha" userId="ca0d5095-47d2-44ed-b250-c6375ee28ea5" providerId="ADAL" clId="{9FFB3809-F37C-4BD6-A555-4497E2E12176}" dt="2026-08-24T08:53:45.667" v="2344" actId="1076"/>
          <ac:picMkLst>
            <pc:docMk/>
            <pc:sldMk cId="2237774363" sldId="297"/>
            <ac:picMk id="4" creationId="{D94D346C-25EB-482C-9FE5-3A91B6BE68AB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4:38.273" v="2433" actId="1076"/>
        <pc:sldMkLst>
          <pc:docMk/>
          <pc:sldMk cId="3823886780" sldId="298"/>
        </pc:sldMkLst>
        <pc:spChg chg="mod">
          <ac:chgData name="Huynh Hoang Ha" userId="ca0d5095-47d2-44ed-b250-c6375ee28ea5" providerId="ADAL" clId="{9FFB3809-F37C-4BD6-A555-4497E2E12176}" dt="2026-08-24T08:54:27.737" v="2429" actId="20577"/>
          <ac:spMkLst>
            <pc:docMk/>
            <pc:sldMk cId="3823886780" sldId="298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4:34.950" v="2431"/>
          <ac:spMkLst>
            <pc:docMk/>
            <pc:sldMk cId="3823886780" sldId="298"/>
            <ac:spMk id="5" creationId="{7D0825EB-6420-4A28-942C-F7F137809C92}"/>
          </ac:spMkLst>
        </pc:spChg>
        <pc:picChg chg="del">
          <ac:chgData name="Huynh Hoang Ha" userId="ca0d5095-47d2-44ed-b250-c6375ee28ea5" providerId="ADAL" clId="{9FFB3809-F37C-4BD6-A555-4497E2E12176}" dt="2026-08-24T08:54:29.871" v="2430" actId="478"/>
          <ac:picMkLst>
            <pc:docMk/>
            <pc:sldMk cId="3823886780" sldId="298"/>
            <ac:picMk id="4" creationId="{D94D346C-25EB-482C-9FE5-3A91B6BE68AB}"/>
          </ac:picMkLst>
        </pc:picChg>
        <pc:picChg chg="add mod">
          <ac:chgData name="Huynh Hoang Ha" userId="ca0d5095-47d2-44ed-b250-c6375ee28ea5" providerId="ADAL" clId="{9FFB3809-F37C-4BD6-A555-4497E2E12176}" dt="2026-08-24T08:54:38.273" v="2433" actId="1076"/>
          <ac:picMkLst>
            <pc:docMk/>
            <pc:sldMk cId="3823886780" sldId="298"/>
            <ac:picMk id="6" creationId="{9D173088-1B84-4729-81A2-F8E7501A09F3}"/>
          </ac:picMkLst>
        </pc:picChg>
      </pc:sldChg>
      <pc:sldChg chg="addSp delSp modSp add del">
        <pc:chgData name="Huynh Hoang Ha" userId="ca0d5095-47d2-44ed-b250-c6375ee28ea5" providerId="ADAL" clId="{9FFB3809-F37C-4BD6-A555-4497E2E12176}" dt="2026-08-24T08:56:27.049" v="2473" actId="2696"/>
        <pc:sldMkLst>
          <pc:docMk/>
          <pc:sldMk cId="3274402918" sldId="299"/>
        </pc:sldMkLst>
        <pc:spChg chg="add mod">
          <ac:chgData name="Huynh Hoang Ha" userId="ca0d5095-47d2-44ed-b250-c6375ee28ea5" providerId="ADAL" clId="{9FFB3809-F37C-4BD6-A555-4497E2E12176}" dt="2026-08-24T08:55:22.405" v="2435" actId="478"/>
          <ac:spMkLst>
            <pc:docMk/>
            <pc:sldMk cId="3274402918" sldId="299"/>
            <ac:spMk id="4" creationId="{6593B126-512B-46CF-9268-00EE123038F2}"/>
          </ac:spMkLst>
        </pc:spChg>
        <pc:picChg chg="del">
          <ac:chgData name="Huynh Hoang Ha" userId="ca0d5095-47d2-44ed-b250-c6375ee28ea5" providerId="ADAL" clId="{9FFB3809-F37C-4BD6-A555-4497E2E12176}" dt="2026-08-24T08:55:22.405" v="2435" actId="478"/>
          <ac:picMkLst>
            <pc:docMk/>
            <pc:sldMk cId="3274402918" sldId="299"/>
            <ac:picMk id="6" creationId="{9D173088-1B84-4729-81A2-F8E7501A09F3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6:41.609" v="2476" actId="1076"/>
        <pc:sldMkLst>
          <pc:docMk/>
          <pc:sldMk cId="3879561949" sldId="300"/>
        </pc:sldMkLst>
        <pc:spChg chg="mod">
          <ac:chgData name="Huynh Hoang Ha" userId="ca0d5095-47d2-44ed-b250-c6375ee28ea5" providerId="ADAL" clId="{9FFB3809-F37C-4BD6-A555-4497E2E12176}" dt="2026-08-24T08:55:39.095" v="2471" actId="20577"/>
          <ac:spMkLst>
            <pc:docMk/>
            <pc:sldMk cId="3879561949" sldId="300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5:30.617" v="2438"/>
          <ac:spMkLst>
            <pc:docMk/>
            <pc:sldMk cId="3879561949" sldId="300"/>
            <ac:spMk id="4" creationId="{56AF8347-50AA-4D23-A132-7ACBFB6F5E33}"/>
          </ac:spMkLst>
        </pc:spChg>
        <pc:picChg chg="del">
          <ac:chgData name="Huynh Hoang Ha" userId="ca0d5095-47d2-44ed-b250-c6375ee28ea5" providerId="ADAL" clId="{9FFB3809-F37C-4BD6-A555-4497E2E12176}" dt="2026-08-24T08:55:26.225" v="2437" actId="478"/>
          <ac:picMkLst>
            <pc:docMk/>
            <pc:sldMk cId="3879561949" sldId="300"/>
            <ac:picMk id="6" creationId="{9D173088-1B84-4729-81A2-F8E7501A09F3}"/>
          </ac:picMkLst>
        </pc:picChg>
        <pc:picChg chg="add mod modCrop">
          <ac:chgData name="Huynh Hoang Ha" userId="ca0d5095-47d2-44ed-b250-c6375ee28ea5" providerId="ADAL" clId="{9FFB3809-F37C-4BD6-A555-4497E2E12176}" dt="2026-08-24T08:56:41.609" v="2476" actId="1076"/>
          <ac:picMkLst>
            <pc:docMk/>
            <pc:sldMk cId="3879561949" sldId="300"/>
            <ac:picMk id="7" creationId="{1CBF0F1D-5F03-486E-82DC-6A4C0744AF27}"/>
          </ac:picMkLst>
        </pc:picChg>
      </pc:sldChg>
      <pc:sldChg chg="addSp modSp add">
        <pc:chgData name="Huynh Hoang Ha" userId="ca0d5095-47d2-44ed-b250-c6375ee28ea5" providerId="ADAL" clId="{9FFB3809-F37C-4BD6-A555-4497E2E12176}" dt="2026-08-24T15:21:12.712" v="3489" actId="20577"/>
        <pc:sldMkLst>
          <pc:docMk/>
          <pc:sldMk cId="195310272" sldId="301"/>
        </pc:sldMkLst>
        <pc:spChg chg="mod">
          <ac:chgData name="Huynh Hoang Ha" userId="ca0d5095-47d2-44ed-b250-c6375ee28ea5" providerId="ADAL" clId="{9FFB3809-F37C-4BD6-A555-4497E2E12176}" dt="2026-08-24T15:21:12.712" v="3489" actId="20577"/>
          <ac:spMkLst>
            <pc:docMk/>
            <pc:sldMk cId="195310272" sldId="301"/>
            <ac:spMk id="2" creationId="{68436A3E-140F-4D7F-BC63-99920247FEC8}"/>
          </ac:spMkLst>
        </pc:spChg>
        <pc:spChg chg="mod">
          <ac:chgData name="Huynh Hoang Ha" userId="ca0d5095-47d2-44ed-b250-c6375ee28ea5" providerId="ADAL" clId="{9FFB3809-F37C-4BD6-A555-4497E2E12176}" dt="2026-08-24T08:59:33.305" v="2772" actId="313"/>
          <ac:spMkLst>
            <pc:docMk/>
            <pc:sldMk cId="195310272" sldId="301"/>
            <ac:spMk id="3" creationId="{3769D7D8-9C34-42BE-9B45-DBF7B9C2BFF9}"/>
          </ac:spMkLst>
        </pc:spChg>
        <pc:picChg chg="add mod modCrop">
          <ac:chgData name="Huynh Hoang Ha" userId="ca0d5095-47d2-44ed-b250-c6375ee28ea5" providerId="ADAL" clId="{9FFB3809-F37C-4BD6-A555-4497E2E12176}" dt="2026-08-24T08:59:23.689" v="2760" actId="1076"/>
          <ac:picMkLst>
            <pc:docMk/>
            <pc:sldMk cId="195310272" sldId="301"/>
            <ac:picMk id="1026" creationId="{3D3C4E89-2871-4B21-B9C0-BBD792D30B1B}"/>
          </ac:picMkLst>
        </pc:picChg>
      </pc:sldChg>
      <pc:sldChg chg="modSp add">
        <pc:chgData name="Huynh Hoang Ha" userId="ca0d5095-47d2-44ed-b250-c6375ee28ea5" providerId="ADAL" clId="{9FFB3809-F37C-4BD6-A555-4497E2E12176}" dt="2026-08-24T15:22:08.392" v="3547" actId="5793"/>
        <pc:sldMkLst>
          <pc:docMk/>
          <pc:sldMk cId="3974887232" sldId="302"/>
        </pc:sldMkLst>
        <pc:spChg chg="mod">
          <ac:chgData name="Huynh Hoang Ha" userId="ca0d5095-47d2-44ed-b250-c6375ee28ea5" providerId="ADAL" clId="{9FFB3809-F37C-4BD6-A555-4497E2E12176}" dt="2026-08-24T15:22:08.392" v="3547" actId="5793"/>
          <ac:spMkLst>
            <pc:docMk/>
            <pc:sldMk cId="3974887232" sldId="302"/>
            <ac:spMk id="2" creationId="{8EB3062A-B583-4BF2-B6BF-0593EEBF68AF}"/>
          </ac:spMkLst>
        </pc:spChg>
        <pc:spChg chg="mod">
          <ac:chgData name="Huynh Hoang Ha" userId="ca0d5095-47d2-44ed-b250-c6375ee28ea5" providerId="ADAL" clId="{9FFB3809-F37C-4BD6-A555-4497E2E12176}" dt="2026-08-24T15:21:27.835" v="3490" actId="20577"/>
          <ac:spMkLst>
            <pc:docMk/>
            <pc:sldMk cId="3974887232" sldId="302"/>
            <ac:spMk id="3" creationId="{3455E681-6D67-4CD4-8AC0-AD826623E515}"/>
          </ac:spMkLst>
        </pc:spChg>
      </pc:sldChg>
      <pc:sldChg chg="modSp add">
        <pc:chgData name="Huynh Hoang Ha" userId="ca0d5095-47d2-44ed-b250-c6375ee28ea5" providerId="ADAL" clId="{9FFB3809-F37C-4BD6-A555-4497E2E12176}" dt="2026-08-24T15:24:33.042" v="3717" actId="20577"/>
        <pc:sldMkLst>
          <pc:docMk/>
          <pc:sldMk cId="3598296014" sldId="303"/>
        </pc:sldMkLst>
        <pc:spChg chg="mod">
          <ac:chgData name="Huynh Hoang Ha" userId="ca0d5095-47d2-44ed-b250-c6375ee28ea5" providerId="ADAL" clId="{9FFB3809-F37C-4BD6-A555-4497E2E12176}" dt="2026-08-24T15:24:15.663" v="3630" actId="20577"/>
          <ac:spMkLst>
            <pc:docMk/>
            <pc:sldMk cId="3598296014" sldId="303"/>
            <ac:spMk id="2" creationId="{B0D9D036-39D2-457D-95EE-1BDAE6892820}"/>
          </ac:spMkLst>
        </pc:spChg>
        <pc:spChg chg="mod">
          <ac:chgData name="Huynh Hoang Ha" userId="ca0d5095-47d2-44ed-b250-c6375ee28ea5" providerId="ADAL" clId="{9FFB3809-F37C-4BD6-A555-4497E2E12176}" dt="2026-08-24T15:24:33.042" v="3717" actId="20577"/>
          <ac:spMkLst>
            <pc:docMk/>
            <pc:sldMk cId="3598296014" sldId="303"/>
            <ac:spMk id="3" creationId="{7473BB90-5073-4D48-8D44-47EAC1BC29B8}"/>
          </ac:spMkLst>
        </pc:spChg>
      </pc:sldChg>
    </pc:docChg>
  </pc:docChgLst>
  <pc:docChgLst>
    <pc:chgData name="Huynh Hoang Ha" userId="ca0d5095-47d2-44ed-b250-c6375ee28ea5" providerId="ADAL" clId="{DE6EE555-F80A-4B04-B34A-BD916A4214B1}"/>
    <pc:docChg chg="undo custSel addSld delSld modSld sldOrd">
      <pc:chgData name="Huynh Hoang Ha" userId="ca0d5095-47d2-44ed-b250-c6375ee28ea5" providerId="ADAL" clId="{DE6EE555-F80A-4B04-B34A-BD916A4214B1}" dt="2026-08-17T04:02:49.492" v="4443"/>
      <pc:docMkLst>
        <pc:docMk/>
      </pc:docMkLst>
      <pc:sldChg chg="modSp">
        <pc:chgData name="Huynh Hoang Ha" userId="ca0d5095-47d2-44ed-b250-c6375ee28ea5" providerId="ADAL" clId="{DE6EE555-F80A-4B04-B34A-BD916A4214B1}" dt="2026-08-17T00:45:11.714" v="85" actId="20577"/>
        <pc:sldMkLst>
          <pc:docMk/>
          <pc:sldMk cId="0" sldId="276"/>
        </pc:sldMkLst>
        <pc:spChg chg="mod">
          <ac:chgData name="Huynh Hoang Ha" userId="ca0d5095-47d2-44ed-b250-c6375ee28ea5" providerId="ADAL" clId="{DE6EE555-F80A-4B04-B34A-BD916A4214B1}" dt="2026-08-17T00:45:11.714" v="85" actId="20577"/>
          <ac:spMkLst>
            <pc:docMk/>
            <pc:sldMk cId="0" sldId="276"/>
            <ac:spMk id="72708" creationId="{00000000-0000-0000-0000-000000000000}"/>
          </ac:spMkLst>
        </pc:spChg>
      </pc:sldChg>
    </pc:docChg>
  </pc:docChgLst>
  <pc:docChgLst>
    <pc:chgData name="Huynh Hoang Ha" userId="ca0d5095-47d2-44ed-b250-c6375ee28ea5" providerId="ADAL" clId="{6E0E41A9-3526-4649-953F-EFF1F327A0CF}"/>
    <pc:docChg chg="undo custSel addSld delSld modSld">
      <pc:chgData name="Huynh Hoang Ha" userId="ca0d5095-47d2-44ed-b250-c6375ee28ea5" providerId="ADAL" clId="{6E0E41A9-3526-4649-953F-EFF1F327A0CF}" dt="2026-05-26T00:49:28.831" v="2833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Môn: </a:t>
            </a:r>
            <a:r>
              <a:rPr lang="en-US" dirty="0" err="1">
                <a:solidFill>
                  <a:srgbClr val="FF0000"/>
                </a:solidFill>
              </a:rPr>
              <a:t>Phát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triển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ứng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động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Tuần</a:t>
            </a:r>
            <a:r>
              <a:rPr lang="en-US" dirty="0">
                <a:solidFill>
                  <a:srgbClr val="FF0000"/>
                </a:solidFill>
              </a:rPr>
              <a:t> 1)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Thành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8 – Sáng </a:t>
            </a:r>
            <a:r>
              <a:rPr lang="en-US" dirty="0" err="1"/>
              <a:t>thứ</a:t>
            </a:r>
            <a:r>
              <a:rPr lang="en-US"/>
              <a:t> 2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F128D8F-769D-5AA7-5E83-844A49697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74243"/>
              </p:ext>
            </p:extLst>
          </p:nvPr>
        </p:nvGraphicFramePr>
        <p:xfrm>
          <a:off x="2286000" y="1676400"/>
          <a:ext cx="76200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307235141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632217356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Họ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tên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MSSV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04465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Trần Dương Công Vinh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24119216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44688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Lê Tiến Thịnh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24119200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466619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Võ Ngọc Trai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24119206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7438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Yín Hữu Duy</a:t>
                      </a:r>
                      <a:endParaRPr lang="vi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i="0" dirty="0">
                          <a:effectLst/>
                        </a:rPr>
                        <a:t>24119121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436829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Trần</a:t>
                      </a:r>
                      <a:r>
                        <a:rPr lang="en-US" b="1" dirty="0"/>
                        <a:t> Hồng Anh </a:t>
                      </a:r>
                      <a:r>
                        <a:rPr lang="en-US" b="1" dirty="0" err="1"/>
                        <a:t>Thi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24119198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556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7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20AB-2C05-F41C-3D51-C669A4F3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9571-A953-42B0-9B89-81730D3C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Android core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B6EBF7-880D-8917-08E2-3C53FCD7F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6FB66-7BFC-3039-4F04-B3B1B8ED1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1141663"/>
            <a:ext cx="8940800" cy="50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1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0E0-A134-4A60-8876-23F8C17B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build Android </a:t>
            </a:r>
            <a:r>
              <a:rPr lang="en-US" dirty="0" err="1"/>
              <a:t>trên</a:t>
            </a:r>
            <a:r>
              <a:rPr lang="en-US" dirty="0"/>
              <a:t> kit </a:t>
            </a:r>
            <a:r>
              <a:rPr lang="en-US" dirty="0" err="1"/>
              <a:t>nhúng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F5BC-15AB-D05B-FD6C-A831A919B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28153A-2A47-052C-D672-765874BF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919" y="1149722"/>
            <a:ext cx="8912161" cy="501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8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BD40-683E-0630-11A3-F92B65B2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B9E-5EAC-CB17-0AF8-88952089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build Android </a:t>
            </a:r>
            <a:r>
              <a:rPr lang="en-US" dirty="0" err="1"/>
              <a:t>trên</a:t>
            </a:r>
            <a:r>
              <a:rPr lang="en-US" dirty="0"/>
              <a:t> kit </a:t>
            </a:r>
            <a:r>
              <a:rPr lang="en-US" dirty="0" err="1"/>
              <a:t>nhúng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7E5F5-5E34-2A8F-84CD-FF6741484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C329A-03AD-591D-BFAD-8A149C739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75" y="1020764"/>
            <a:ext cx="7842250" cy="522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4530</TotalTime>
  <Words>83</Words>
  <Application>Microsoft Office PowerPoint</Application>
  <PresentationFormat>Widescreen</PresentationFormat>
  <Paragraphs>21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Tahoma</vt:lpstr>
      <vt:lpstr>Verdana</vt:lpstr>
      <vt:lpstr>Wingdings</vt:lpstr>
      <vt:lpstr>cdb2004212gl</vt:lpstr>
      <vt:lpstr>Môn: Phát triển ứng dụng di động (Tuần 1)</vt:lpstr>
      <vt:lpstr>Thành viên nhóm 8 – Sáng thứ 2</vt:lpstr>
      <vt:lpstr>1. Kiến trúc Android core</vt:lpstr>
      <vt:lpstr>2. Trình tự build Android trên kit nhúng</vt:lpstr>
      <vt:lpstr>2. Trình tự build Android trên kit nhúng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thinh thinh</cp:lastModifiedBy>
  <cp:revision>406</cp:revision>
  <cp:lastPrinted>2018-01-16T10:17:52Z</cp:lastPrinted>
  <dcterms:created xsi:type="dcterms:W3CDTF">2017-11-10T03:20:57Z</dcterms:created>
  <dcterms:modified xsi:type="dcterms:W3CDTF">2026-10-27T08:17:29Z</dcterms:modified>
</cp:coreProperties>
</file>