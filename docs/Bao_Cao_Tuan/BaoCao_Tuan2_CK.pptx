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76" r:id="rId2"/>
    <p:sldId id="297" r:id="rId3"/>
    <p:sldId id="298" r:id="rId4"/>
    <p:sldId id="301" r:id="rId5"/>
    <p:sldId id="275" r:id="rId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00"/>
    <a:srgbClr val="969696"/>
    <a:srgbClr val="FAA9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78" autoAdjust="0"/>
    <p:restoredTop sz="95657" autoAdjust="0"/>
  </p:normalViewPr>
  <p:slideViewPr>
    <p:cSldViewPr>
      <p:cViewPr varScale="1">
        <p:scale>
          <a:sx n="79" d="100"/>
          <a:sy n="79" d="100"/>
        </p:scale>
        <p:origin x="931" y="77"/>
      </p:cViewPr>
      <p:guideLst>
        <p:guide orient="horz" pos="2160"/>
        <p:guide pos="3840"/>
      </p:guideLst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ynh Hoang Ha" userId="ca0d5095-47d2-44ed-b250-c6375ee28ea5" providerId="ADAL" clId="{9FFB3809-F37C-4BD6-A555-4497E2E12176}"/>
    <pc:docChg chg="undo custSel addSld delSld modSld sldOrd">
      <pc:chgData name="Huynh Hoang Ha" userId="ca0d5095-47d2-44ed-b250-c6375ee28ea5" providerId="ADAL" clId="{9FFB3809-F37C-4BD6-A555-4497E2E12176}" dt="2026-08-24T15:24:33.042" v="3717" actId="20577"/>
      <pc:docMkLst>
        <pc:docMk/>
      </pc:docMkLst>
      <pc:sldChg chg="modSp">
        <pc:chgData name="Huynh Hoang Ha" userId="ca0d5095-47d2-44ed-b250-c6375ee28ea5" providerId="ADAL" clId="{9FFB3809-F37C-4BD6-A555-4497E2E12176}" dt="2026-08-24T08:53:14.615" v="2304" actId="20577"/>
        <pc:sldMkLst>
          <pc:docMk/>
          <pc:sldMk cId="0" sldId="276"/>
        </pc:sldMkLst>
        <pc:spChg chg="mod">
          <ac:chgData name="Huynh Hoang Ha" userId="ca0d5095-47d2-44ed-b250-c6375ee28ea5" providerId="ADAL" clId="{9FFB3809-F37C-4BD6-A555-4497E2E12176}" dt="2026-08-24T08:53:14.615" v="2304" actId="20577"/>
          <ac:spMkLst>
            <pc:docMk/>
            <pc:sldMk cId="0" sldId="276"/>
            <ac:spMk id="72708" creationId="{00000000-0000-0000-0000-000000000000}"/>
          </ac:spMkLst>
        </pc:spChg>
      </pc:sldChg>
      <pc:sldChg chg="modSp del ord">
        <pc:chgData name="Huynh Hoang Ha" userId="ca0d5095-47d2-44ed-b250-c6375ee28ea5" providerId="ADAL" clId="{9FFB3809-F37C-4BD6-A555-4497E2E12176}" dt="2026-08-24T09:04:22.333" v="3409" actId="2696"/>
        <pc:sldMkLst>
          <pc:docMk/>
          <pc:sldMk cId="4126444199" sldId="289"/>
        </pc:sldMkLst>
        <pc:spChg chg="mod">
          <ac:chgData name="Huynh Hoang Ha" userId="ca0d5095-47d2-44ed-b250-c6375ee28ea5" providerId="ADAL" clId="{9FFB3809-F37C-4BD6-A555-4497E2E12176}" dt="2026-08-17T07:35:25.817" v="668" actId="20577"/>
          <ac:spMkLst>
            <pc:docMk/>
            <pc:sldMk cId="4126444199" sldId="289"/>
            <ac:spMk id="2" creationId="{A09DAA91-2E04-41DF-9B4D-F7ADF9BC4105}"/>
          </ac:spMkLst>
        </pc:spChg>
        <pc:spChg chg="mod">
          <ac:chgData name="Huynh Hoang Ha" userId="ca0d5095-47d2-44ed-b250-c6375ee28ea5" providerId="ADAL" clId="{9FFB3809-F37C-4BD6-A555-4497E2E12176}" dt="2026-08-18T04:51:31.901" v="955" actId="20577"/>
          <ac:spMkLst>
            <pc:docMk/>
            <pc:sldMk cId="4126444199" sldId="289"/>
            <ac:spMk id="3" creationId="{D3398279-93DE-470B-8EA0-87BE5667062C}"/>
          </ac:spMkLst>
        </pc:spChg>
      </pc:sldChg>
      <pc:sldChg chg="modSp del">
        <pc:chgData name="Huynh Hoang Ha" userId="ca0d5095-47d2-44ed-b250-c6375ee28ea5" providerId="ADAL" clId="{9FFB3809-F37C-4BD6-A555-4497E2E12176}" dt="2026-08-24T09:04:20.720" v="3408" actId="2696"/>
        <pc:sldMkLst>
          <pc:docMk/>
          <pc:sldMk cId="3686187926" sldId="291"/>
        </pc:sldMkLst>
        <pc:spChg chg="mod">
          <ac:chgData name="Huynh Hoang Ha" userId="ca0d5095-47d2-44ed-b250-c6375ee28ea5" providerId="ADAL" clId="{9FFB3809-F37C-4BD6-A555-4497E2E12176}" dt="2026-08-17T07:34:59.625" v="619" actId="20577"/>
          <ac:spMkLst>
            <pc:docMk/>
            <pc:sldMk cId="3686187926" sldId="291"/>
            <ac:spMk id="3" creationId="{10E6780E-21E1-4ADF-9C15-C295C02AC486}"/>
          </ac:spMkLst>
        </pc:spChg>
      </pc:sldChg>
      <pc:sldChg chg="modSp add del">
        <pc:chgData name="Huynh Hoang Ha" userId="ca0d5095-47d2-44ed-b250-c6375ee28ea5" providerId="ADAL" clId="{9FFB3809-F37C-4BD6-A555-4497E2E12176}" dt="2026-08-24T09:04:16.564" v="3405" actId="2696"/>
        <pc:sldMkLst>
          <pc:docMk/>
          <pc:sldMk cId="1124661527" sldId="292"/>
        </pc:sldMkLst>
        <pc:spChg chg="mod">
          <ac:chgData name="Huynh Hoang Ha" userId="ca0d5095-47d2-44ed-b250-c6375ee28ea5" providerId="ADAL" clId="{9FFB3809-F37C-4BD6-A555-4497E2E12176}" dt="2026-08-24T01:36:48.063" v="996" actId="20577"/>
          <ac:spMkLst>
            <pc:docMk/>
            <pc:sldMk cId="1124661527" sldId="292"/>
            <ac:spMk id="2" creationId="{32B99659-9D32-44D4-B0E8-2FDA12CFE8A6}"/>
          </ac:spMkLst>
        </pc:spChg>
        <pc:spChg chg="mod">
          <ac:chgData name="Huynh Hoang Ha" userId="ca0d5095-47d2-44ed-b250-c6375ee28ea5" providerId="ADAL" clId="{9FFB3809-F37C-4BD6-A555-4497E2E12176}" dt="2026-08-24T01:37:12.428" v="1054" actId="20577"/>
          <ac:spMkLst>
            <pc:docMk/>
            <pc:sldMk cId="1124661527" sldId="292"/>
            <ac:spMk id="3" creationId="{8F08C077-78C1-4DB7-B2D1-9903FAEE69CE}"/>
          </ac:spMkLst>
        </pc:spChg>
      </pc:sldChg>
      <pc:sldChg chg="modSp add del">
        <pc:chgData name="Huynh Hoang Ha" userId="ca0d5095-47d2-44ed-b250-c6375ee28ea5" providerId="ADAL" clId="{9FFB3809-F37C-4BD6-A555-4497E2E12176}" dt="2026-08-24T09:04:16.564" v="3406" actId="2696"/>
        <pc:sldMkLst>
          <pc:docMk/>
          <pc:sldMk cId="1994051179" sldId="293"/>
        </pc:sldMkLst>
        <pc:spChg chg="mod">
          <ac:chgData name="Huynh Hoang Ha" userId="ca0d5095-47d2-44ed-b250-c6375ee28ea5" providerId="ADAL" clId="{9FFB3809-F37C-4BD6-A555-4497E2E12176}" dt="2026-08-24T02:08:58.078" v="1359" actId="20577"/>
          <ac:spMkLst>
            <pc:docMk/>
            <pc:sldMk cId="1994051179" sldId="293"/>
            <ac:spMk id="2" creationId="{90765788-0182-48F3-8296-15C3B0A1FB3B}"/>
          </ac:spMkLst>
        </pc:spChg>
        <pc:spChg chg="mod">
          <ac:chgData name="Huynh Hoang Ha" userId="ca0d5095-47d2-44ed-b250-c6375ee28ea5" providerId="ADAL" clId="{9FFB3809-F37C-4BD6-A555-4497E2E12176}" dt="2026-08-24T02:08:43.943" v="1336" actId="20577"/>
          <ac:spMkLst>
            <pc:docMk/>
            <pc:sldMk cId="1994051179" sldId="293"/>
            <ac:spMk id="3" creationId="{126106E2-45D6-4098-8159-A33EDF0AF127}"/>
          </ac:spMkLst>
        </pc:spChg>
      </pc:sldChg>
      <pc:sldChg chg="modSp add del">
        <pc:chgData name="Huynh Hoang Ha" userId="ca0d5095-47d2-44ed-b250-c6375ee28ea5" providerId="ADAL" clId="{9FFB3809-F37C-4BD6-A555-4497E2E12176}" dt="2026-08-24T09:04:16.565" v="3407" actId="2696"/>
        <pc:sldMkLst>
          <pc:docMk/>
          <pc:sldMk cId="1325918121" sldId="294"/>
        </pc:sldMkLst>
        <pc:spChg chg="mod">
          <ac:chgData name="Huynh Hoang Ha" userId="ca0d5095-47d2-44ed-b250-c6375ee28ea5" providerId="ADAL" clId="{9FFB3809-F37C-4BD6-A555-4497E2E12176}" dt="2026-08-24T02:09:16.809" v="1402" actId="20577"/>
          <ac:spMkLst>
            <pc:docMk/>
            <pc:sldMk cId="1325918121" sldId="294"/>
            <ac:spMk id="2" creationId="{90765788-0182-48F3-8296-15C3B0A1FB3B}"/>
          </ac:spMkLst>
        </pc:spChg>
        <pc:spChg chg="mod">
          <ac:chgData name="Huynh Hoang Ha" userId="ca0d5095-47d2-44ed-b250-c6375ee28ea5" providerId="ADAL" clId="{9FFB3809-F37C-4BD6-A555-4497E2E12176}" dt="2026-08-24T02:10:17.563" v="1541" actId="20577"/>
          <ac:spMkLst>
            <pc:docMk/>
            <pc:sldMk cId="1325918121" sldId="294"/>
            <ac:spMk id="3" creationId="{126106E2-45D6-4098-8159-A33EDF0AF127}"/>
          </ac:spMkLst>
        </pc:spChg>
      </pc:sldChg>
      <pc:sldChg chg="modSp add del">
        <pc:chgData name="Huynh Hoang Ha" userId="ca0d5095-47d2-44ed-b250-c6375ee28ea5" providerId="ADAL" clId="{9FFB3809-F37C-4BD6-A555-4497E2E12176}" dt="2026-08-24T09:04:16.563" v="3404" actId="2696"/>
        <pc:sldMkLst>
          <pc:docMk/>
          <pc:sldMk cId="1132368021" sldId="295"/>
        </pc:sldMkLst>
        <pc:spChg chg="mod">
          <ac:chgData name="Huynh Hoang Ha" userId="ca0d5095-47d2-44ed-b250-c6375ee28ea5" providerId="ADAL" clId="{9FFB3809-F37C-4BD6-A555-4497E2E12176}" dt="2026-08-24T04:07:08.543" v="1637" actId="20577"/>
          <ac:spMkLst>
            <pc:docMk/>
            <pc:sldMk cId="1132368021" sldId="295"/>
            <ac:spMk id="2" creationId="{A361BB68-9F9C-4443-80EA-322ADBC80C1A}"/>
          </ac:spMkLst>
        </pc:spChg>
      </pc:sldChg>
      <pc:sldChg chg="modSp add del">
        <pc:chgData name="Huynh Hoang Ha" userId="ca0d5095-47d2-44ed-b250-c6375ee28ea5" providerId="ADAL" clId="{9FFB3809-F37C-4BD6-A555-4497E2E12176}" dt="2026-08-24T09:00:17.643" v="2840" actId="2696"/>
        <pc:sldMkLst>
          <pc:docMk/>
          <pc:sldMk cId="280675865" sldId="296"/>
        </pc:sldMkLst>
        <pc:spChg chg="mod">
          <ac:chgData name="Huynh Hoang Ha" userId="ca0d5095-47d2-44ed-b250-c6375ee28ea5" providerId="ADAL" clId="{9FFB3809-F37C-4BD6-A555-4497E2E12176}" dt="2026-08-24T07:12:54.559" v="1661" actId="20577"/>
          <ac:spMkLst>
            <pc:docMk/>
            <pc:sldMk cId="280675865" sldId="296"/>
            <ac:spMk id="2" creationId="{0280A833-8EEA-490B-A5F0-7B18FD71A1C5}"/>
          </ac:spMkLst>
        </pc:spChg>
        <pc:spChg chg="mod">
          <ac:chgData name="Huynh Hoang Ha" userId="ca0d5095-47d2-44ed-b250-c6375ee28ea5" providerId="ADAL" clId="{9FFB3809-F37C-4BD6-A555-4497E2E12176}" dt="2026-08-24T08:35:58.908" v="2274" actId="14"/>
          <ac:spMkLst>
            <pc:docMk/>
            <pc:sldMk cId="280675865" sldId="296"/>
            <ac:spMk id="3" creationId="{837AF383-0EF7-493F-A10F-8063DF9AD654}"/>
          </ac:spMkLst>
        </pc:spChg>
      </pc:sldChg>
      <pc:sldChg chg="addSp delSp modSp add">
        <pc:chgData name="Huynh Hoang Ha" userId="ca0d5095-47d2-44ed-b250-c6375ee28ea5" providerId="ADAL" clId="{9FFB3809-F37C-4BD6-A555-4497E2E12176}" dt="2026-08-24T08:53:55.370" v="2399" actId="20577"/>
        <pc:sldMkLst>
          <pc:docMk/>
          <pc:sldMk cId="2237774363" sldId="297"/>
        </pc:sldMkLst>
        <pc:spChg chg="mod">
          <ac:chgData name="Huynh Hoang Ha" userId="ca0d5095-47d2-44ed-b250-c6375ee28ea5" providerId="ADAL" clId="{9FFB3809-F37C-4BD6-A555-4497E2E12176}" dt="2026-08-24T08:53:55.370" v="2399" actId="20577"/>
          <ac:spMkLst>
            <pc:docMk/>
            <pc:sldMk cId="2237774363" sldId="297"/>
            <ac:spMk id="2" creationId="{14C9A0E0-A134-4A60-8876-23F8C17BC811}"/>
          </ac:spMkLst>
        </pc:spChg>
        <pc:spChg chg="del">
          <ac:chgData name="Huynh Hoang Ha" userId="ca0d5095-47d2-44ed-b250-c6375ee28ea5" providerId="ADAL" clId="{9FFB3809-F37C-4BD6-A555-4497E2E12176}" dt="2026-08-24T08:53:40.919" v="2342"/>
          <ac:spMkLst>
            <pc:docMk/>
            <pc:sldMk cId="2237774363" sldId="297"/>
            <ac:spMk id="3" creationId="{D5BE16D1-4A8C-4821-8CDA-8655B60E08D6}"/>
          </ac:spMkLst>
        </pc:spChg>
        <pc:picChg chg="add mod">
          <ac:chgData name="Huynh Hoang Ha" userId="ca0d5095-47d2-44ed-b250-c6375ee28ea5" providerId="ADAL" clId="{9FFB3809-F37C-4BD6-A555-4497E2E12176}" dt="2026-08-24T08:53:45.667" v="2344" actId="1076"/>
          <ac:picMkLst>
            <pc:docMk/>
            <pc:sldMk cId="2237774363" sldId="297"/>
            <ac:picMk id="4" creationId="{D94D346C-25EB-482C-9FE5-3A91B6BE68AB}"/>
          </ac:picMkLst>
        </pc:picChg>
      </pc:sldChg>
      <pc:sldChg chg="addSp delSp modSp add">
        <pc:chgData name="Huynh Hoang Ha" userId="ca0d5095-47d2-44ed-b250-c6375ee28ea5" providerId="ADAL" clId="{9FFB3809-F37C-4BD6-A555-4497E2E12176}" dt="2026-08-24T08:54:38.273" v="2433" actId="1076"/>
        <pc:sldMkLst>
          <pc:docMk/>
          <pc:sldMk cId="3823886780" sldId="298"/>
        </pc:sldMkLst>
        <pc:spChg chg="mod">
          <ac:chgData name="Huynh Hoang Ha" userId="ca0d5095-47d2-44ed-b250-c6375ee28ea5" providerId="ADAL" clId="{9FFB3809-F37C-4BD6-A555-4497E2E12176}" dt="2026-08-24T08:54:27.737" v="2429" actId="20577"/>
          <ac:spMkLst>
            <pc:docMk/>
            <pc:sldMk cId="3823886780" sldId="298"/>
            <ac:spMk id="2" creationId="{14C9A0E0-A134-4A60-8876-23F8C17BC811}"/>
          </ac:spMkLst>
        </pc:spChg>
        <pc:spChg chg="add del mod">
          <ac:chgData name="Huynh Hoang Ha" userId="ca0d5095-47d2-44ed-b250-c6375ee28ea5" providerId="ADAL" clId="{9FFB3809-F37C-4BD6-A555-4497E2E12176}" dt="2026-08-24T08:54:34.950" v="2431"/>
          <ac:spMkLst>
            <pc:docMk/>
            <pc:sldMk cId="3823886780" sldId="298"/>
            <ac:spMk id="5" creationId="{7D0825EB-6420-4A28-942C-F7F137809C92}"/>
          </ac:spMkLst>
        </pc:spChg>
        <pc:picChg chg="del">
          <ac:chgData name="Huynh Hoang Ha" userId="ca0d5095-47d2-44ed-b250-c6375ee28ea5" providerId="ADAL" clId="{9FFB3809-F37C-4BD6-A555-4497E2E12176}" dt="2026-08-24T08:54:29.871" v="2430" actId="478"/>
          <ac:picMkLst>
            <pc:docMk/>
            <pc:sldMk cId="3823886780" sldId="298"/>
            <ac:picMk id="4" creationId="{D94D346C-25EB-482C-9FE5-3A91B6BE68AB}"/>
          </ac:picMkLst>
        </pc:picChg>
        <pc:picChg chg="add mod">
          <ac:chgData name="Huynh Hoang Ha" userId="ca0d5095-47d2-44ed-b250-c6375ee28ea5" providerId="ADAL" clId="{9FFB3809-F37C-4BD6-A555-4497E2E12176}" dt="2026-08-24T08:54:38.273" v="2433" actId="1076"/>
          <ac:picMkLst>
            <pc:docMk/>
            <pc:sldMk cId="3823886780" sldId="298"/>
            <ac:picMk id="6" creationId="{9D173088-1B84-4729-81A2-F8E7501A09F3}"/>
          </ac:picMkLst>
        </pc:picChg>
      </pc:sldChg>
      <pc:sldChg chg="addSp delSp modSp add del">
        <pc:chgData name="Huynh Hoang Ha" userId="ca0d5095-47d2-44ed-b250-c6375ee28ea5" providerId="ADAL" clId="{9FFB3809-F37C-4BD6-A555-4497E2E12176}" dt="2026-08-24T08:56:27.049" v="2473" actId="2696"/>
        <pc:sldMkLst>
          <pc:docMk/>
          <pc:sldMk cId="3274402918" sldId="299"/>
        </pc:sldMkLst>
        <pc:spChg chg="add mod">
          <ac:chgData name="Huynh Hoang Ha" userId="ca0d5095-47d2-44ed-b250-c6375ee28ea5" providerId="ADAL" clId="{9FFB3809-F37C-4BD6-A555-4497E2E12176}" dt="2026-08-24T08:55:22.405" v="2435" actId="478"/>
          <ac:spMkLst>
            <pc:docMk/>
            <pc:sldMk cId="3274402918" sldId="299"/>
            <ac:spMk id="4" creationId="{6593B126-512B-46CF-9268-00EE123038F2}"/>
          </ac:spMkLst>
        </pc:spChg>
        <pc:picChg chg="del">
          <ac:chgData name="Huynh Hoang Ha" userId="ca0d5095-47d2-44ed-b250-c6375ee28ea5" providerId="ADAL" clId="{9FFB3809-F37C-4BD6-A555-4497E2E12176}" dt="2026-08-24T08:55:22.405" v="2435" actId="478"/>
          <ac:picMkLst>
            <pc:docMk/>
            <pc:sldMk cId="3274402918" sldId="299"/>
            <ac:picMk id="6" creationId="{9D173088-1B84-4729-81A2-F8E7501A09F3}"/>
          </ac:picMkLst>
        </pc:picChg>
      </pc:sldChg>
      <pc:sldChg chg="addSp delSp modSp add">
        <pc:chgData name="Huynh Hoang Ha" userId="ca0d5095-47d2-44ed-b250-c6375ee28ea5" providerId="ADAL" clId="{9FFB3809-F37C-4BD6-A555-4497E2E12176}" dt="2026-08-24T08:56:41.609" v="2476" actId="1076"/>
        <pc:sldMkLst>
          <pc:docMk/>
          <pc:sldMk cId="3879561949" sldId="300"/>
        </pc:sldMkLst>
        <pc:spChg chg="mod">
          <ac:chgData name="Huynh Hoang Ha" userId="ca0d5095-47d2-44ed-b250-c6375ee28ea5" providerId="ADAL" clId="{9FFB3809-F37C-4BD6-A555-4497E2E12176}" dt="2026-08-24T08:55:39.095" v="2471" actId="20577"/>
          <ac:spMkLst>
            <pc:docMk/>
            <pc:sldMk cId="3879561949" sldId="300"/>
            <ac:spMk id="2" creationId="{14C9A0E0-A134-4A60-8876-23F8C17BC811}"/>
          </ac:spMkLst>
        </pc:spChg>
        <pc:spChg chg="add del mod">
          <ac:chgData name="Huynh Hoang Ha" userId="ca0d5095-47d2-44ed-b250-c6375ee28ea5" providerId="ADAL" clId="{9FFB3809-F37C-4BD6-A555-4497E2E12176}" dt="2026-08-24T08:55:30.617" v="2438"/>
          <ac:spMkLst>
            <pc:docMk/>
            <pc:sldMk cId="3879561949" sldId="300"/>
            <ac:spMk id="4" creationId="{56AF8347-50AA-4D23-A132-7ACBFB6F5E33}"/>
          </ac:spMkLst>
        </pc:spChg>
        <pc:picChg chg="del">
          <ac:chgData name="Huynh Hoang Ha" userId="ca0d5095-47d2-44ed-b250-c6375ee28ea5" providerId="ADAL" clId="{9FFB3809-F37C-4BD6-A555-4497E2E12176}" dt="2026-08-24T08:55:26.225" v="2437" actId="478"/>
          <ac:picMkLst>
            <pc:docMk/>
            <pc:sldMk cId="3879561949" sldId="300"/>
            <ac:picMk id="6" creationId="{9D173088-1B84-4729-81A2-F8E7501A09F3}"/>
          </ac:picMkLst>
        </pc:picChg>
        <pc:picChg chg="add mod modCrop">
          <ac:chgData name="Huynh Hoang Ha" userId="ca0d5095-47d2-44ed-b250-c6375ee28ea5" providerId="ADAL" clId="{9FFB3809-F37C-4BD6-A555-4497E2E12176}" dt="2026-08-24T08:56:41.609" v="2476" actId="1076"/>
          <ac:picMkLst>
            <pc:docMk/>
            <pc:sldMk cId="3879561949" sldId="300"/>
            <ac:picMk id="7" creationId="{1CBF0F1D-5F03-486E-82DC-6A4C0744AF27}"/>
          </ac:picMkLst>
        </pc:picChg>
      </pc:sldChg>
      <pc:sldChg chg="addSp modSp add">
        <pc:chgData name="Huynh Hoang Ha" userId="ca0d5095-47d2-44ed-b250-c6375ee28ea5" providerId="ADAL" clId="{9FFB3809-F37C-4BD6-A555-4497E2E12176}" dt="2026-08-24T15:21:12.712" v="3489" actId="20577"/>
        <pc:sldMkLst>
          <pc:docMk/>
          <pc:sldMk cId="195310272" sldId="301"/>
        </pc:sldMkLst>
        <pc:spChg chg="mod">
          <ac:chgData name="Huynh Hoang Ha" userId="ca0d5095-47d2-44ed-b250-c6375ee28ea5" providerId="ADAL" clId="{9FFB3809-F37C-4BD6-A555-4497E2E12176}" dt="2026-08-24T15:21:12.712" v="3489" actId="20577"/>
          <ac:spMkLst>
            <pc:docMk/>
            <pc:sldMk cId="195310272" sldId="301"/>
            <ac:spMk id="2" creationId="{68436A3E-140F-4D7F-BC63-99920247FEC8}"/>
          </ac:spMkLst>
        </pc:spChg>
        <pc:spChg chg="mod">
          <ac:chgData name="Huynh Hoang Ha" userId="ca0d5095-47d2-44ed-b250-c6375ee28ea5" providerId="ADAL" clId="{9FFB3809-F37C-4BD6-A555-4497E2E12176}" dt="2026-08-24T08:59:33.305" v="2772" actId="313"/>
          <ac:spMkLst>
            <pc:docMk/>
            <pc:sldMk cId="195310272" sldId="301"/>
            <ac:spMk id="3" creationId="{3769D7D8-9C34-42BE-9B45-DBF7B9C2BFF9}"/>
          </ac:spMkLst>
        </pc:spChg>
        <pc:picChg chg="add mod modCrop">
          <ac:chgData name="Huynh Hoang Ha" userId="ca0d5095-47d2-44ed-b250-c6375ee28ea5" providerId="ADAL" clId="{9FFB3809-F37C-4BD6-A555-4497E2E12176}" dt="2026-08-24T08:59:23.689" v="2760" actId="1076"/>
          <ac:picMkLst>
            <pc:docMk/>
            <pc:sldMk cId="195310272" sldId="301"/>
            <ac:picMk id="1026" creationId="{3D3C4E89-2871-4B21-B9C0-BBD792D30B1B}"/>
          </ac:picMkLst>
        </pc:picChg>
      </pc:sldChg>
      <pc:sldChg chg="modSp add">
        <pc:chgData name="Huynh Hoang Ha" userId="ca0d5095-47d2-44ed-b250-c6375ee28ea5" providerId="ADAL" clId="{9FFB3809-F37C-4BD6-A555-4497E2E12176}" dt="2026-08-24T15:22:08.392" v="3547" actId="5793"/>
        <pc:sldMkLst>
          <pc:docMk/>
          <pc:sldMk cId="3974887232" sldId="302"/>
        </pc:sldMkLst>
        <pc:spChg chg="mod">
          <ac:chgData name="Huynh Hoang Ha" userId="ca0d5095-47d2-44ed-b250-c6375ee28ea5" providerId="ADAL" clId="{9FFB3809-F37C-4BD6-A555-4497E2E12176}" dt="2026-08-24T15:22:08.392" v="3547" actId="5793"/>
          <ac:spMkLst>
            <pc:docMk/>
            <pc:sldMk cId="3974887232" sldId="302"/>
            <ac:spMk id="2" creationId="{8EB3062A-B583-4BF2-B6BF-0593EEBF68AF}"/>
          </ac:spMkLst>
        </pc:spChg>
        <pc:spChg chg="mod">
          <ac:chgData name="Huynh Hoang Ha" userId="ca0d5095-47d2-44ed-b250-c6375ee28ea5" providerId="ADAL" clId="{9FFB3809-F37C-4BD6-A555-4497E2E12176}" dt="2026-08-24T15:21:27.835" v="3490" actId="20577"/>
          <ac:spMkLst>
            <pc:docMk/>
            <pc:sldMk cId="3974887232" sldId="302"/>
            <ac:spMk id="3" creationId="{3455E681-6D67-4CD4-8AC0-AD826623E515}"/>
          </ac:spMkLst>
        </pc:spChg>
      </pc:sldChg>
      <pc:sldChg chg="modSp add">
        <pc:chgData name="Huynh Hoang Ha" userId="ca0d5095-47d2-44ed-b250-c6375ee28ea5" providerId="ADAL" clId="{9FFB3809-F37C-4BD6-A555-4497E2E12176}" dt="2026-08-24T15:24:33.042" v="3717" actId="20577"/>
        <pc:sldMkLst>
          <pc:docMk/>
          <pc:sldMk cId="3598296014" sldId="303"/>
        </pc:sldMkLst>
        <pc:spChg chg="mod">
          <ac:chgData name="Huynh Hoang Ha" userId="ca0d5095-47d2-44ed-b250-c6375ee28ea5" providerId="ADAL" clId="{9FFB3809-F37C-4BD6-A555-4497E2E12176}" dt="2026-08-24T15:24:15.663" v="3630" actId="20577"/>
          <ac:spMkLst>
            <pc:docMk/>
            <pc:sldMk cId="3598296014" sldId="303"/>
            <ac:spMk id="2" creationId="{B0D9D036-39D2-457D-95EE-1BDAE6892820}"/>
          </ac:spMkLst>
        </pc:spChg>
        <pc:spChg chg="mod">
          <ac:chgData name="Huynh Hoang Ha" userId="ca0d5095-47d2-44ed-b250-c6375ee28ea5" providerId="ADAL" clId="{9FFB3809-F37C-4BD6-A555-4497E2E12176}" dt="2026-08-24T15:24:33.042" v="3717" actId="20577"/>
          <ac:spMkLst>
            <pc:docMk/>
            <pc:sldMk cId="3598296014" sldId="303"/>
            <ac:spMk id="3" creationId="{7473BB90-5073-4D48-8D44-47EAC1BC29B8}"/>
          </ac:spMkLst>
        </pc:spChg>
      </pc:sldChg>
    </pc:docChg>
  </pc:docChgLst>
  <pc:docChgLst>
    <pc:chgData name="Huynh Hoang Ha" userId="ca0d5095-47d2-44ed-b250-c6375ee28ea5" providerId="ADAL" clId="{DE6EE555-F80A-4B04-B34A-BD916A4214B1}"/>
    <pc:docChg chg="undo custSel addSld delSld modSld sldOrd">
      <pc:chgData name="Huynh Hoang Ha" userId="ca0d5095-47d2-44ed-b250-c6375ee28ea5" providerId="ADAL" clId="{DE6EE555-F80A-4B04-B34A-BD916A4214B1}" dt="2026-08-17T04:02:49.492" v="4443"/>
      <pc:docMkLst>
        <pc:docMk/>
      </pc:docMkLst>
      <pc:sldChg chg="modSp">
        <pc:chgData name="Huynh Hoang Ha" userId="ca0d5095-47d2-44ed-b250-c6375ee28ea5" providerId="ADAL" clId="{DE6EE555-F80A-4B04-B34A-BD916A4214B1}" dt="2026-08-17T00:45:11.714" v="85" actId="20577"/>
        <pc:sldMkLst>
          <pc:docMk/>
          <pc:sldMk cId="0" sldId="276"/>
        </pc:sldMkLst>
        <pc:spChg chg="mod">
          <ac:chgData name="Huynh Hoang Ha" userId="ca0d5095-47d2-44ed-b250-c6375ee28ea5" providerId="ADAL" clId="{DE6EE555-F80A-4B04-B34A-BD916A4214B1}" dt="2026-08-17T00:45:11.714" v="85" actId="20577"/>
          <ac:spMkLst>
            <pc:docMk/>
            <pc:sldMk cId="0" sldId="276"/>
            <ac:spMk id="72708" creationId="{00000000-0000-0000-0000-000000000000}"/>
          </ac:spMkLst>
        </pc:spChg>
      </pc:sldChg>
    </pc:docChg>
  </pc:docChgLst>
  <pc:docChgLst>
    <pc:chgData name="Huynh Hoang Ha" userId="ca0d5095-47d2-44ed-b250-c6375ee28ea5" providerId="ADAL" clId="{6E0E41A9-3526-4649-953F-EFF1F327A0CF}"/>
    <pc:docChg chg="undo custSel addSld delSld modSld">
      <pc:chgData name="Huynh Hoang Ha" userId="ca0d5095-47d2-44ed-b250-c6375ee28ea5" providerId="ADAL" clId="{6E0E41A9-3526-4649-953F-EFF1F327A0CF}" dt="2026-05-26T00:49:28.831" v="2833" actId="20577"/>
      <pc:docMkLst>
        <pc:docMk/>
      </pc:docMkLst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706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706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DD9B359-3C40-40D0-9641-0AF6D6B0EE1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5880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BC1FF4-501E-417A-B71B-CA534D31E637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DA621D-D213-47E6-8EF4-77EE7EB23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260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DA621D-D213-47E6-8EF4-77EE7EB23DD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281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3352800" y="5791200"/>
            <a:ext cx="6299200" cy="381000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0" indent="0" algn="r">
              <a:buFont typeface="Wingdings" pitchFamily="2" charset="2"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759200" y="2667000"/>
            <a:ext cx="7620000" cy="914400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25600" y="6629400"/>
            <a:ext cx="1828800" cy="2286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73600" y="6629400"/>
            <a:ext cx="1320800" cy="228600"/>
          </a:xfrm>
        </p:spPr>
        <p:txBody>
          <a:bodyPr/>
          <a:lstStyle>
            <a:lvl1pPr>
              <a:defRPr/>
            </a:lvl1pPr>
          </a:lstStyle>
          <a:p>
            <a:fld id="{4CABA248-E004-490A-87A7-AF5AE6C8CF6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240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0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3" name="Group 79"/>
          <p:cNvGrpSpPr>
            <a:grpSpLocks/>
          </p:cNvGrpSpPr>
          <p:nvPr/>
        </p:nvGrpSpPr>
        <p:grpSpPr bwMode="auto">
          <a:xfrm>
            <a:off x="914400" y="685800"/>
            <a:ext cx="11277600" cy="260350"/>
            <a:chOff x="2448" y="384"/>
            <a:chExt cx="3312" cy="212"/>
          </a:xfrm>
        </p:grpSpPr>
        <p:sp>
          <p:nvSpPr>
            <p:cNvPr id="1101" name="Rectangle 77"/>
            <p:cNvSpPr>
              <a:spLocks noChangeArrowheads="1"/>
            </p:cNvSpPr>
            <p:nvPr userDrawn="1"/>
          </p:nvSpPr>
          <p:spPr bwMode="gray">
            <a:xfrm>
              <a:off x="2448" y="384"/>
              <a:ext cx="3312" cy="96"/>
            </a:xfrm>
            <a:prstGeom prst="rect">
              <a:avLst/>
            </a:prstGeom>
            <a:gradFill rotWithShape="1">
              <a:gsLst>
                <a:gs pos="0">
                  <a:srgbClr val="969696">
                    <a:gamma/>
                    <a:tint val="0"/>
                    <a:invGamma/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02" name="Rectangle 78"/>
            <p:cNvSpPr>
              <a:spLocks noChangeArrowheads="1"/>
            </p:cNvSpPr>
            <p:nvPr userDrawn="1"/>
          </p:nvSpPr>
          <p:spPr bwMode="gray">
            <a:xfrm>
              <a:off x="2448" y="500"/>
              <a:ext cx="3312" cy="96"/>
            </a:xfrm>
            <a:prstGeom prst="rect">
              <a:avLst/>
            </a:prstGeom>
            <a:gradFill rotWithShape="1">
              <a:gsLst>
                <a:gs pos="0">
                  <a:srgbClr val="969696">
                    <a:gamma/>
                    <a:tint val="0"/>
                    <a:invGamma/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08000" y="1295400"/>
            <a:ext cx="110744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white">
          <a:xfrm>
            <a:off x="1625600" y="6622078"/>
            <a:ext cx="19304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white">
          <a:xfrm>
            <a:off x="11250705" y="6619253"/>
            <a:ext cx="9652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B608ACBE-18DD-4A3E-988B-5FCF99E57120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1219200" y="457201"/>
            <a:ext cx="100584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grpSp>
        <p:nvGrpSpPr>
          <p:cNvPr id="1097" name="Group 73"/>
          <p:cNvGrpSpPr>
            <a:grpSpLocks/>
          </p:cNvGrpSpPr>
          <p:nvPr/>
        </p:nvGrpSpPr>
        <p:grpSpPr bwMode="auto">
          <a:xfrm>
            <a:off x="480484" y="457200"/>
            <a:ext cx="711200" cy="609600"/>
            <a:chOff x="4128" y="1920"/>
            <a:chExt cx="1010" cy="1104"/>
          </a:xfrm>
        </p:grpSpPr>
        <p:sp>
          <p:nvSpPr>
            <p:cNvPr id="1093" name="Freeform 69"/>
            <p:cNvSpPr>
              <a:spLocks/>
            </p:cNvSpPr>
            <p:nvPr userDrawn="1"/>
          </p:nvSpPr>
          <p:spPr bwMode="gray">
            <a:xfrm>
              <a:off x="4128" y="1920"/>
              <a:ext cx="528" cy="530"/>
            </a:xfrm>
            <a:custGeom>
              <a:avLst/>
              <a:gdLst>
                <a:gd name="T0" fmla="*/ 0 w 528"/>
                <a:gd name="T1" fmla="*/ 0 h 530"/>
                <a:gd name="T2" fmla="*/ 0 w 528"/>
                <a:gd name="T3" fmla="*/ 192 h 530"/>
                <a:gd name="T4" fmla="*/ 340 w 528"/>
                <a:gd name="T5" fmla="*/ 530 h 530"/>
                <a:gd name="T6" fmla="*/ 528 w 528"/>
                <a:gd name="T7" fmla="*/ 528 h 530"/>
                <a:gd name="T8" fmla="*/ 528 w 528"/>
                <a:gd name="T9" fmla="*/ 336 h 530"/>
                <a:gd name="T10" fmla="*/ 196 w 528"/>
                <a:gd name="T11" fmla="*/ 0 h 530"/>
                <a:gd name="T12" fmla="*/ 0 w 528"/>
                <a:gd name="T13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8" h="530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4" name="Freeform 70"/>
            <p:cNvSpPr>
              <a:spLocks/>
            </p:cNvSpPr>
            <p:nvPr userDrawn="1"/>
          </p:nvSpPr>
          <p:spPr bwMode="gray">
            <a:xfrm rot="5400000">
              <a:off x="4129" y="2495"/>
              <a:ext cx="528" cy="530"/>
            </a:xfrm>
            <a:custGeom>
              <a:avLst/>
              <a:gdLst>
                <a:gd name="T0" fmla="*/ 0 w 528"/>
                <a:gd name="T1" fmla="*/ 0 h 530"/>
                <a:gd name="T2" fmla="*/ 0 w 528"/>
                <a:gd name="T3" fmla="*/ 192 h 530"/>
                <a:gd name="T4" fmla="*/ 340 w 528"/>
                <a:gd name="T5" fmla="*/ 530 h 530"/>
                <a:gd name="T6" fmla="*/ 528 w 528"/>
                <a:gd name="T7" fmla="*/ 528 h 530"/>
                <a:gd name="T8" fmla="*/ 528 w 528"/>
                <a:gd name="T9" fmla="*/ 336 h 530"/>
                <a:gd name="T10" fmla="*/ 196 w 528"/>
                <a:gd name="T11" fmla="*/ 0 h 530"/>
                <a:gd name="T12" fmla="*/ 0 w 528"/>
                <a:gd name="T13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8" h="530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5" name="Freeform 71"/>
            <p:cNvSpPr>
              <a:spLocks/>
            </p:cNvSpPr>
            <p:nvPr userDrawn="1"/>
          </p:nvSpPr>
          <p:spPr bwMode="gray">
            <a:xfrm>
              <a:off x="4608" y="1920"/>
              <a:ext cx="528" cy="530"/>
            </a:xfrm>
            <a:custGeom>
              <a:avLst/>
              <a:gdLst>
                <a:gd name="T0" fmla="*/ 0 w 528"/>
                <a:gd name="T1" fmla="*/ 0 h 530"/>
                <a:gd name="T2" fmla="*/ 0 w 528"/>
                <a:gd name="T3" fmla="*/ 192 h 530"/>
                <a:gd name="T4" fmla="*/ 340 w 528"/>
                <a:gd name="T5" fmla="*/ 530 h 530"/>
                <a:gd name="T6" fmla="*/ 528 w 528"/>
                <a:gd name="T7" fmla="*/ 528 h 530"/>
                <a:gd name="T8" fmla="*/ 528 w 528"/>
                <a:gd name="T9" fmla="*/ 336 h 530"/>
                <a:gd name="T10" fmla="*/ 196 w 528"/>
                <a:gd name="T11" fmla="*/ 0 h 530"/>
                <a:gd name="T12" fmla="*/ 0 w 528"/>
                <a:gd name="T13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8" h="530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" name="Freeform 72"/>
            <p:cNvSpPr>
              <a:spLocks/>
            </p:cNvSpPr>
            <p:nvPr userDrawn="1"/>
          </p:nvSpPr>
          <p:spPr bwMode="gray">
            <a:xfrm rot="5400000">
              <a:off x="4609" y="2495"/>
              <a:ext cx="528" cy="530"/>
            </a:xfrm>
            <a:custGeom>
              <a:avLst/>
              <a:gdLst>
                <a:gd name="T0" fmla="*/ 0 w 528"/>
                <a:gd name="T1" fmla="*/ 0 h 530"/>
                <a:gd name="T2" fmla="*/ 0 w 528"/>
                <a:gd name="T3" fmla="*/ 192 h 530"/>
                <a:gd name="T4" fmla="*/ 340 w 528"/>
                <a:gd name="T5" fmla="*/ 530 h 530"/>
                <a:gd name="T6" fmla="*/ 528 w 528"/>
                <a:gd name="T7" fmla="*/ 528 h 530"/>
                <a:gd name="T8" fmla="*/ 528 w 528"/>
                <a:gd name="T9" fmla="*/ 336 h 530"/>
                <a:gd name="T10" fmla="*/ 196 w 528"/>
                <a:gd name="T11" fmla="*/ 0 h 530"/>
                <a:gd name="T12" fmla="*/ 0 w 528"/>
                <a:gd name="T13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8" h="530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extBox 14"/>
          <p:cNvSpPr txBox="1"/>
          <p:nvPr userDrawn="1"/>
        </p:nvSpPr>
        <p:spPr>
          <a:xfrm>
            <a:off x="5689600" y="6465366"/>
            <a:ext cx="553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HCMC</a:t>
            </a:r>
            <a:r>
              <a:rPr 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400" b="1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University of Technology and Education</a:t>
            </a:r>
            <a:endParaRPr 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3200400" y="2143115"/>
            <a:ext cx="8610600" cy="1752599"/>
          </a:xfrm>
        </p:spPr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Môn: Phát triển ứng dụng di động</a:t>
            </a:r>
            <a:br>
              <a:rPr lang="en-US">
                <a:solidFill>
                  <a:srgbClr val="FF0000"/>
                </a:solidFill>
              </a:rPr>
            </a:br>
            <a:r>
              <a:rPr lang="en-US">
                <a:solidFill>
                  <a:srgbClr val="FF0000"/>
                </a:solidFill>
              </a:rPr>
              <a:t>(Tuần 2-Project cuối kì)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2710" name="Text Box 6"/>
          <p:cNvSpPr txBox="1">
            <a:spLocks noChangeArrowheads="1"/>
          </p:cNvSpPr>
          <p:nvPr/>
        </p:nvSpPr>
        <p:spPr bwMode="auto">
          <a:xfrm>
            <a:off x="6852979" y="3864320"/>
            <a:ext cx="3265638" cy="491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20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Guide: </a:t>
            </a:r>
            <a:r>
              <a:rPr lang="en-US" sz="2000" b="1" dirty="0" err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Huỳnh</a:t>
            </a:r>
            <a:r>
              <a:rPr lang="en-US" sz="20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Hoàng Hà</a:t>
            </a:r>
            <a:endParaRPr lang="en-US" sz="2000" b="1" dirty="0">
              <a:solidFill>
                <a:schemeClr val="accent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F6F2E0B4-01DD-EDA6-127D-3B979E1539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7525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9A0E0-A134-4A60-8876-23F8C17BC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kiến</a:t>
            </a:r>
            <a:r>
              <a:rPr lang="en-US"/>
              <a:t>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9483BC7-46BC-3583-D364-F81D01B9F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vi-V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B036FB-5445-4EA8-81D2-AE9766591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439" y="1020764"/>
            <a:ext cx="9159522" cy="5154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774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9A0E0-A134-4A60-8876-23F8C17BC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Mobile App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9F5BC-15AB-D05B-FD6C-A831A919B2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5828A2-2368-E592-06CE-7C50DFF18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500" y="1219200"/>
            <a:ext cx="8915400" cy="5017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886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5BD40-683E-0630-11A3-F92B65B24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B6B9E-5EAC-CB17-0AF8-88952089E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Quy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7E5F5-5E34-2A8F-84CD-FF6741484A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6FA79E-C86A-03D1-69E7-2BABBEE43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3300" y="1143000"/>
            <a:ext cx="75438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57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WordArt 3"/>
          <p:cNvSpPr>
            <a:spLocks noChangeArrowheads="1" noChangeShapeType="1" noTextEdit="1"/>
          </p:cNvSpPr>
          <p:nvPr/>
        </p:nvSpPr>
        <p:spPr bwMode="gray">
          <a:xfrm>
            <a:off x="2842661" y="2819400"/>
            <a:ext cx="6858000" cy="7620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en-US" sz="5400" b="1" kern="10" dirty="0">
                <a:ln w="19050">
                  <a:solidFill>
                    <a:schemeClr val="bg1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accent1"/>
                    </a:gs>
                    <a:gs pos="100000">
                      <a:schemeClr val="folHlink"/>
                    </a:gs>
                  </a:gsLst>
                  <a:lin ang="5400000" scaled="1"/>
                </a:gradFill>
                <a:effectLst>
                  <a:outerShdw dist="71842" dir="2700000" algn="ctr" rotWithShape="0">
                    <a:schemeClr val="tx1">
                      <a:alpha val="50000"/>
                    </a:schemeClr>
                  </a:outerShdw>
                </a:effectLst>
                <a:latin typeface="Verdana"/>
                <a:ea typeface="Verdana"/>
                <a:cs typeface="Verdana"/>
              </a:rPr>
              <a:t>Thank You</a:t>
            </a:r>
          </a:p>
        </p:txBody>
      </p:sp>
      <p:sp>
        <p:nvSpPr>
          <p:cNvPr id="59396" name="Rectangle 4"/>
          <p:cNvSpPr>
            <a:spLocks noChangeArrowheads="1"/>
          </p:cNvSpPr>
          <p:nvPr/>
        </p:nvSpPr>
        <p:spPr bwMode="white">
          <a:xfrm>
            <a:off x="5181600" y="5867400"/>
            <a:ext cx="3581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Font typeface="Wingdings" pitchFamily="2" charset="2"/>
              <a:buNone/>
            </a:pPr>
            <a:r>
              <a:rPr lang="en-US" sz="1400" b="1" dirty="0" err="1">
                <a:solidFill>
                  <a:schemeClr val="bg1"/>
                </a:solidFill>
              </a:rPr>
              <a:t>www.themegallery.com</a:t>
            </a:r>
            <a:endParaRPr lang="en-US" sz="14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db2004212gl">
  <a:themeElements>
    <a:clrScheme name="Office Theme 1">
      <a:dk1>
        <a:srgbClr val="000000"/>
      </a:dk1>
      <a:lt1>
        <a:srgbClr val="FFFFFF"/>
      </a:lt1>
      <a:dk2>
        <a:srgbClr val="4B546F"/>
      </a:dk2>
      <a:lt2>
        <a:srgbClr val="C0C0C0"/>
      </a:lt2>
      <a:accent1>
        <a:srgbClr val="4987E3"/>
      </a:accent1>
      <a:accent2>
        <a:srgbClr val="D9520F"/>
      </a:accent2>
      <a:accent3>
        <a:srgbClr val="FFFFFF"/>
      </a:accent3>
      <a:accent4>
        <a:srgbClr val="000000"/>
      </a:accent4>
      <a:accent5>
        <a:srgbClr val="B1C3EF"/>
      </a:accent5>
      <a:accent6>
        <a:srgbClr val="C4490C"/>
      </a:accent6>
      <a:hlink>
        <a:srgbClr val="36A1B6"/>
      </a:hlink>
      <a:folHlink>
        <a:srgbClr val="9CC769"/>
      </a:folHlink>
    </a:clrScheme>
    <a:fontScheme name="Office Them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ffice Theme 1">
        <a:dk1>
          <a:srgbClr val="000000"/>
        </a:dk1>
        <a:lt1>
          <a:srgbClr val="FFFFFF"/>
        </a:lt1>
        <a:dk2>
          <a:srgbClr val="4B546F"/>
        </a:dk2>
        <a:lt2>
          <a:srgbClr val="C0C0C0"/>
        </a:lt2>
        <a:accent1>
          <a:srgbClr val="4987E3"/>
        </a:accent1>
        <a:accent2>
          <a:srgbClr val="D9520F"/>
        </a:accent2>
        <a:accent3>
          <a:srgbClr val="FFFFFF"/>
        </a:accent3>
        <a:accent4>
          <a:srgbClr val="000000"/>
        </a:accent4>
        <a:accent5>
          <a:srgbClr val="B1C3EF"/>
        </a:accent5>
        <a:accent6>
          <a:srgbClr val="C4490C"/>
        </a:accent6>
        <a:hlink>
          <a:srgbClr val="36A1B6"/>
        </a:hlink>
        <a:folHlink>
          <a:srgbClr val="9CC76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135377"/>
        </a:dk2>
        <a:lt2>
          <a:srgbClr val="969696"/>
        </a:lt2>
        <a:accent1>
          <a:srgbClr val="2AA08A"/>
        </a:accent1>
        <a:accent2>
          <a:srgbClr val="9C88E6"/>
        </a:accent2>
        <a:accent3>
          <a:srgbClr val="FFFFFF"/>
        </a:accent3>
        <a:accent4>
          <a:srgbClr val="000000"/>
        </a:accent4>
        <a:accent5>
          <a:srgbClr val="ACCDC4"/>
        </a:accent5>
        <a:accent6>
          <a:srgbClr val="8D7BD0"/>
        </a:accent6>
        <a:hlink>
          <a:srgbClr val="7D96D3"/>
        </a:hlink>
        <a:folHlink>
          <a:srgbClr val="DEDB7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351155"/>
        </a:dk2>
        <a:lt2>
          <a:srgbClr val="969696"/>
        </a:lt2>
        <a:accent1>
          <a:srgbClr val="117AC1"/>
        </a:accent1>
        <a:accent2>
          <a:srgbClr val="38B890"/>
        </a:accent2>
        <a:accent3>
          <a:srgbClr val="FFFFFF"/>
        </a:accent3>
        <a:accent4>
          <a:srgbClr val="000000"/>
        </a:accent4>
        <a:accent5>
          <a:srgbClr val="AABEDD"/>
        </a:accent5>
        <a:accent6>
          <a:srgbClr val="32A682"/>
        </a:accent6>
        <a:hlink>
          <a:srgbClr val="D17FB6"/>
        </a:hlink>
        <a:folHlink>
          <a:srgbClr val="E398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cdb2004212gl</Template>
  <TotalTime>4522</TotalTime>
  <Words>46</Words>
  <Application>Microsoft Office PowerPoint</Application>
  <PresentationFormat>Widescreen</PresentationFormat>
  <Paragraphs>8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Tahoma</vt:lpstr>
      <vt:lpstr>Verdana</vt:lpstr>
      <vt:lpstr>Wingdings</vt:lpstr>
      <vt:lpstr>cdb2004212gl</vt:lpstr>
      <vt:lpstr>Môn: Phát triển ứng dụng di động (Tuần 2-Project cuối kì)</vt:lpstr>
      <vt:lpstr>1. Mô hình dự kiến </vt:lpstr>
      <vt:lpstr>2. Chức năng Mobile App </vt:lpstr>
      <vt:lpstr>3. Quy trình triển khai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 of  Research &amp; Technology and Training</dc:title>
  <dc:creator>FANCA</dc:creator>
  <cp:lastModifiedBy>thinh thinh</cp:lastModifiedBy>
  <cp:revision>404</cp:revision>
  <cp:lastPrinted>2018-01-16T10:17:52Z</cp:lastPrinted>
  <dcterms:created xsi:type="dcterms:W3CDTF">2017-11-10T03:20:57Z</dcterms:created>
  <dcterms:modified xsi:type="dcterms:W3CDTF">2026-09-13T06:36:38Z</dcterms:modified>
</cp:coreProperties>
</file>